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enefitsguides.thinkccig.com/bsc/benefit-center/" TargetMode="External"/><Relationship Id="rId3" Type="http://schemas.openxmlformats.org/officeDocument/2006/relationships/hyperlink" Target="https://benefitsguides.thinkccig.com/bsc/benefit-center/" TargetMode="Externa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554480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Benefits Question?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i="1" dirty="0">
                <a:solidFill>
                  <a:srgbClr val="7FBB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Here.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889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CCIG is your employer’s benefits partner, and our Benefits Support Center connects you with a real person who can help.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 have questions. </a:t>
            </a:r>
            <a:pPr indent="0" marL="0">
              <a:buNone/>
            </a:pPr>
            <a:r>
              <a:rPr lang="en-US" sz="1700" b="1" i="1" dirty="0">
                <a:solidFill>
                  <a:srgbClr val="FFC6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can help.</a:t>
            </a:r>
            <a:endParaRPr lang="en-US" sz="1700" dirty="0"/>
          </a:p>
        </p:txBody>
      </p:sp>
      <p:sp>
        <p:nvSpPr>
          <p:cNvPr id="7" name="Shape 4">
            <a:hlinkClick r:id="rId2" tooltip=""/>
          </p:cNvPr>
          <p:cNvSpPr/>
          <p:nvPr/>
        </p:nvSpPr>
        <p:spPr>
          <a:xfrm>
            <a:off x="457200" y="4709160"/>
            <a:ext cx="3337560" cy="566928"/>
          </a:xfrm>
          <a:prstGeom prst="roundRect">
            <a:avLst>
              <a:gd name="adj" fmla="val 50000"/>
            </a:avLst>
          </a:prstGeom>
          <a:solidFill>
            <a:srgbClr val="FFC666"/>
          </a:solidFill>
          <a:ln/>
        </p:spPr>
      </p:sp>
      <p:sp>
        <p:nvSpPr>
          <p:cNvPr id="8" name="Text 5">
            <a:hlinkClick r:id="rId3" tooltip=""/>
          </p:cNvPr>
          <p:cNvSpPr txBox="1"/>
          <p:nvPr/>
        </p:nvSpPr>
        <p:spPr>
          <a:xfrm>
            <a:off x="457200" y="4709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spc="100" kern="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BENEFITS HELP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594360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366E8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COME TO US WHEN YOU’RE WONDERING: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143000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2618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80760" y="1060704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When and how do I enroll?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349240" y="2185416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3042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2103120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 this covered?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349240" y="3227832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334670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3145536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wasn’t my claim paid?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349240" y="4270248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438912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80760" y="4187952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much will this cost me?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5349240" y="5312664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543153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80760" y="5230368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do I find a form or resource?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2026-09-04T17:25:47Z</dcterms:created>
  <dcterms:modified xsi:type="dcterms:W3CDTF">2026-09-04T17:25:47Z</dcterms:modified>
</cp:coreProperties>
</file>