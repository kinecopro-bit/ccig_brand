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hyperlink" Target="https://benefitsguides.thinkccig.com/bsc/benefit-center/" TargetMode="External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554480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  <a:cs typeface="Playfair Display" pitchFamily="34" charset="-120"/>
              </a:rPr>
              <a:t>Benefits Question?</a:t>
            </a:r>
            <a:endParaRPr lang="en-US" sz="3200" dirty="0"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i="1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Here.</a:t>
            </a:r>
            <a:endParaRPr lang="en-US" sz="3000" dirty="0">
              <a:solidFill>
                <a:schemeClr val="accent4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27889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9C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CCIG is your employer’s benefits partner, and our Benefits Support Center connects you with a real person who can help.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 have questions. </a:t>
            </a:r>
            <a:r>
              <a:rPr lang="en-US" sz="1700" b="1" i="1" dirty="0">
                <a:solidFill>
                  <a:srgbClr val="FFC6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can help.</a:t>
            </a:r>
            <a:endParaRPr lang="en-US" sz="1700" dirty="0"/>
          </a:p>
        </p:txBody>
      </p:sp>
      <p:sp>
        <p:nvSpPr>
          <p:cNvPr id="7" name="Shape 4">
            <a:hlinkClick r:id="rId4"/>
          </p:cNvPr>
          <p:cNvSpPr/>
          <p:nvPr/>
        </p:nvSpPr>
        <p:spPr>
          <a:xfrm>
            <a:off x="457200" y="4709160"/>
            <a:ext cx="3337560" cy="566928"/>
          </a:xfrm>
          <a:prstGeom prst="roundRect">
            <a:avLst>
              <a:gd name="adj" fmla="val 50000"/>
            </a:avLst>
          </a:prstGeom>
          <a:solidFill>
            <a:srgbClr val="FFC6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hlinkClick r:id="rId4"/>
          </p:cNvPr>
          <p:cNvSpPr txBox="1"/>
          <p:nvPr/>
        </p:nvSpPr>
        <p:spPr>
          <a:xfrm>
            <a:off x="457200" y="4709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5324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GET BENEFITS HELP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594360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366E8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COME TO US WHEN YOU’RE WONDERING: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143000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431536" y="12207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80759" y="1042416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When and how do I enroll?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349240" y="2185416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0"/>
          <p:cNvSpPr txBox="1"/>
          <p:nvPr/>
        </p:nvSpPr>
        <p:spPr>
          <a:xfrm>
            <a:off x="6096000" y="2043684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 this covered?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349240" y="3227832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6080760" y="3090672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wasn’t my claim paid?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349240" y="4270248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4"/>
          <p:cNvSpPr txBox="1"/>
          <p:nvPr/>
        </p:nvSpPr>
        <p:spPr>
          <a:xfrm>
            <a:off x="6080760" y="4133088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much will this cost me?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5349240" y="5312664"/>
            <a:ext cx="475488" cy="475488"/>
          </a:xfrm>
          <a:prstGeom prst="rect">
            <a:avLst/>
          </a:prstGeom>
          <a:solidFill>
            <a:srgbClr val="1532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16"/>
          <p:cNvSpPr txBox="1"/>
          <p:nvPr/>
        </p:nvSpPr>
        <p:spPr>
          <a:xfrm>
            <a:off x="6080760" y="5230368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do I find a form or resource?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2916C6-C1F0-A880-0108-E85FDFA9600A}"/>
              </a:ext>
            </a:extLst>
          </p:cNvPr>
          <p:cNvSpPr txBox="1"/>
          <p:nvPr/>
        </p:nvSpPr>
        <p:spPr>
          <a:xfrm>
            <a:off x="186987" y="5450223"/>
            <a:ext cx="3877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4"/>
                </a:solidFill>
                <a:latin typeface="Source Sans Pro" panose="020B0503030403020204" pitchFamily="34" charset="0"/>
              </a:rPr>
              <a:t>https://benefitsguides.thinkccig.com/bsc/benefit-center/</a:t>
            </a:r>
            <a:endParaRPr lang="en-US" sz="1200" dirty="0">
              <a:solidFill>
                <a:schemeClr val="accent4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26" name="Image 1">
            <a:extLst>
              <a:ext uri="{FF2B5EF4-FFF2-40B4-BE49-F238E27FC236}">
                <a16:creationId xmlns:a16="http://schemas.microsoft.com/office/drawing/2014/main" id="{1EF135E3-1AD1-B100-BF0C-933C0391F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31536" y="2263140"/>
            <a:ext cx="310896" cy="310896"/>
          </a:xfrm>
          <a:prstGeom prst="rect">
            <a:avLst/>
          </a:prstGeom>
        </p:spPr>
      </p:pic>
      <p:pic>
        <p:nvPicPr>
          <p:cNvPr id="27" name="Image 1">
            <a:extLst>
              <a:ext uri="{FF2B5EF4-FFF2-40B4-BE49-F238E27FC236}">
                <a16:creationId xmlns:a16="http://schemas.microsoft.com/office/drawing/2014/main" id="{45760552-A33A-A09F-B42D-C16FC028B6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31536" y="3310128"/>
            <a:ext cx="310896" cy="310896"/>
          </a:xfrm>
          <a:prstGeom prst="rect">
            <a:avLst/>
          </a:prstGeom>
        </p:spPr>
      </p:pic>
      <p:pic>
        <p:nvPicPr>
          <p:cNvPr id="28" name="Image 1">
            <a:extLst>
              <a:ext uri="{FF2B5EF4-FFF2-40B4-BE49-F238E27FC236}">
                <a16:creationId xmlns:a16="http://schemas.microsoft.com/office/drawing/2014/main" id="{FA062A85-3110-CC86-B794-4214A60B8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31536" y="4352544"/>
            <a:ext cx="310896" cy="310896"/>
          </a:xfrm>
          <a:prstGeom prst="rect">
            <a:avLst/>
          </a:prstGeom>
        </p:spPr>
      </p:pic>
      <p:pic>
        <p:nvPicPr>
          <p:cNvPr id="29" name="Image 1">
            <a:extLst>
              <a:ext uri="{FF2B5EF4-FFF2-40B4-BE49-F238E27FC236}">
                <a16:creationId xmlns:a16="http://schemas.microsoft.com/office/drawing/2014/main" id="{5E45F2F7-00C3-10A4-3B28-3B15C46DC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1536" y="540410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IG Brand Standard">
      <a:dk1>
        <a:srgbClr val="153243"/>
      </a:dk1>
      <a:lt1>
        <a:srgbClr val="FFFFFF"/>
      </a:lt1>
      <a:dk2>
        <a:srgbClr val="153243"/>
      </a:dk2>
      <a:lt2>
        <a:srgbClr val="EDECED"/>
      </a:lt2>
      <a:accent1>
        <a:srgbClr val="153243"/>
      </a:accent1>
      <a:accent2>
        <a:srgbClr val="FFC666"/>
      </a:accent2>
      <a:accent3>
        <a:srgbClr val="BFC7CB"/>
      </a:accent3>
      <a:accent4>
        <a:srgbClr val="8FB24E"/>
      </a:accent4>
      <a:accent5>
        <a:srgbClr val="366E8E"/>
      </a:accent5>
      <a:accent6>
        <a:srgbClr val="153243"/>
      </a:accent6>
      <a:hlink>
        <a:srgbClr val="4472C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Playfair Display</vt:lpstr>
      <vt:lpstr>Source Sans Pro</vt:lpstr>
      <vt:lpstr>Source Sans Pro SemiBold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Nick Kokat</cp:lastModifiedBy>
  <cp:revision>2</cp:revision>
  <dcterms:created xsi:type="dcterms:W3CDTF">2026-09-04T17:25:47Z</dcterms:created>
  <dcterms:modified xsi:type="dcterms:W3CDTF">2026-09-04T17:35:10Z</dcterms:modified>
</cp:coreProperties>
</file>