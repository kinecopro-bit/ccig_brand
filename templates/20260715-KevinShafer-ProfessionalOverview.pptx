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4"/>
    <p:sldMasterId id="2147483666" r:id="rId5"/>
    <p:sldMasterId id="2147483672" r:id="rId6"/>
  </p:sldMasterIdLst>
  <p:notesMasterIdLst>
    <p:notesMasterId r:id="rId10"/>
  </p:notesMasterIdLst>
  <p:handoutMasterIdLst>
    <p:handoutMasterId r:id="rId11"/>
  </p:handoutMasterIdLst>
  <p:sldIdLst>
    <p:sldId id="288" r:id="rId7"/>
    <p:sldId id="293" r:id="rId8"/>
    <p:sldId id="294" r:id="rId9"/>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C62EA8-3B4F-4E1E-8C98-DC876C13F45E}" v="144" dt="2026-07-23T19:47:16.7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s Snedeker" userId="e25bffdf-3ada-4a71-acae-1071291b77a8" providerId="ADAL" clId="{73077DB1-E79C-463A-9004-8777D0DFCC44}"/>
    <pc:docChg chg="undo custSel modSld">
      <pc:chgData name="Davis Snedeker" userId="e25bffdf-3ada-4a71-acae-1071291b77a8" providerId="ADAL" clId="{73077DB1-E79C-463A-9004-8777D0DFCC44}" dt="2026-07-23T19:47:16.780" v="143"/>
      <pc:docMkLst>
        <pc:docMk/>
      </pc:docMkLst>
      <pc:sldChg chg="addSp modSp mod">
        <pc:chgData name="Davis Snedeker" userId="e25bffdf-3ada-4a71-acae-1071291b77a8" providerId="ADAL" clId="{73077DB1-E79C-463A-9004-8777D0DFCC44}" dt="2026-07-23T19:44:07.123" v="140" actId="20577"/>
        <pc:sldMkLst>
          <pc:docMk/>
          <pc:sldMk cId="4113299490" sldId="288"/>
        </pc:sldMkLst>
        <pc:spChg chg="add mod">
          <ac:chgData name="Davis Snedeker" userId="e25bffdf-3ada-4a71-acae-1071291b77a8" providerId="ADAL" clId="{73077DB1-E79C-463A-9004-8777D0DFCC44}" dt="2026-07-23T19:44:07.123" v="140" actId="20577"/>
          <ac:spMkLst>
            <pc:docMk/>
            <pc:sldMk cId="4113299490" sldId="288"/>
            <ac:spMk id="6" creationId="{B98B441B-7FC6-6F43-F942-F20FD3B10A9A}"/>
          </ac:spMkLst>
        </pc:spChg>
        <pc:spChg chg="mod">
          <ac:chgData name="Davis Snedeker" userId="e25bffdf-3ada-4a71-acae-1071291b77a8" providerId="ADAL" clId="{73077DB1-E79C-463A-9004-8777D0DFCC44}" dt="2026-07-23T19:38:01.423" v="31" actId="20577"/>
          <ac:spMkLst>
            <pc:docMk/>
            <pc:sldMk cId="4113299490" sldId="288"/>
            <ac:spMk id="18" creationId="{8123902F-A585-4A4F-0375-2C0948978933}"/>
          </ac:spMkLst>
        </pc:spChg>
      </pc:sldChg>
      <pc:sldChg chg="addSp modSp mod">
        <pc:chgData name="Davis Snedeker" userId="e25bffdf-3ada-4a71-acae-1071291b77a8" providerId="ADAL" clId="{73077DB1-E79C-463A-9004-8777D0DFCC44}" dt="2026-07-23T19:43:06.305" v="82"/>
        <pc:sldMkLst>
          <pc:docMk/>
          <pc:sldMk cId="1939718155" sldId="293"/>
        </pc:sldMkLst>
        <pc:spChg chg="add mod">
          <ac:chgData name="Davis Snedeker" userId="e25bffdf-3ada-4a71-acae-1071291b77a8" providerId="ADAL" clId="{73077DB1-E79C-463A-9004-8777D0DFCC44}" dt="2026-07-23T19:43:06.305" v="82"/>
          <ac:spMkLst>
            <pc:docMk/>
            <pc:sldMk cId="1939718155" sldId="293"/>
            <ac:spMk id="3" creationId="{763CDE95-EAB1-7A59-D0BF-E50392405C6A}"/>
          </ac:spMkLst>
        </pc:spChg>
      </pc:sldChg>
      <pc:sldChg chg="addSp modSp mod">
        <pc:chgData name="Davis Snedeker" userId="e25bffdf-3ada-4a71-acae-1071291b77a8" providerId="ADAL" clId="{73077DB1-E79C-463A-9004-8777D0DFCC44}" dt="2026-07-23T19:47:16.780" v="143"/>
        <pc:sldMkLst>
          <pc:docMk/>
          <pc:sldMk cId="3560290663" sldId="294"/>
        </pc:sldMkLst>
        <pc:spChg chg="add mod">
          <ac:chgData name="Davis Snedeker" userId="e25bffdf-3ada-4a71-acae-1071291b77a8" providerId="ADAL" clId="{73077DB1-E79C-463A-9004-8777D0DFCC44}" dt="2026-07-23T19:47:16.780" v="143"/>
          <ac:spMkLst>
            <pc:docMk/>
            <pc:sldMk cId="3560290663" sldId="294"/>
            <ac:spMk id="18" creationId="{D52B1C33-61DD-6840-BE6C-90B2611482C4}"/>
          </ac:spMkLst>
        </pc:spChg>
      </pc:sldChg>
    </pc:docChg>
  </pc:docChgLst>
  <pc:docChgLst>
    <pc:chgData name="Campbell Kreider" userId="0c005bae-bb64-4a45-8336-ed9099628a1b" providerId="ADAL" clId="{92071AC9-8AA4-421F-A2BD-580E87C1F70E}"/>
    <pc:docChg chg="undo redo custSel addSld delSld modSld">
      <pc:chgData name="Campbell Kreider" userId="0c005bae-bb64-4a45-8336-ed9099628a1b" providerId="ADAL" clId="{92071AC9-8AA4-421F-A2BD-580E87C1F70E}" dt="2026-07-20T22:28:02.933" v="1897" actId="20577"/>
      <pc:docMkLst>
        <pc:docMk/>
      </pc:docMkLst>
      <pc:sldChg chg="addSp delSp modSp mod setBg">
        <pc:chgData name="Campbell Kreider" userId="0c005bae-bb64-4a45-8336-ed9099628a1b" providerId="ADAL" clId="{92071AC9-8AA4-421F-A2BD-580E87C1F70E}" dt="2026-07-20T22:27:52.366" v="1884" actId="20577"/>
        <pc:sldMkLst>
          <pc:docMk/>
          <pc:sldMk cId="4113299490" sldId="288"/>
        </pc:sldMkLst>
        <pc:spChg chg="mod">
          <ac:chgData name="Campbell Kreider" userId="0c005bae-bb64-4a45-8336-ed9099628a1b" providerId="ADAL" clId="{92071AC9-8AA4-421F-A2BD-580E87C1F70E}" dt="2026-07-20T15:49:15.856" v="1834" actId="164"/>
          <ac:spMkLst>
            <pc:docMk/>
            <pc:sldMk cId="4113299490" sldId="288"/>
            <ac:spMk id="10" creationId="{8FF620B8-A926-5E07-C904-577C30252AA0}"/>
          </ac:spMkLst>
        </pc:spChg>
        <pc:spChg chg="mod">
          <ac:chgData name="Campbell Kreider" userId="0c005bae-bb64-4a45-8336-ed9099628a1b" providerId="ADAL" clId="{92071AC9-8AA4-421F-A2BD-580E87C1F70E}" dt="2026-07-20T15:49:15.856" v="1834" actId="164"/>
          <ac:spMkLst>
            <pc:docMk/>
            <pc:sldMk cId="4113299490" sldId="288"/>
            <ac:spMk id="18" creationId="{8123902F-A585-4A4F-0375-2C0948978933}"/>
          </ac:spMkLst>
        </pc:spChg>
        <pc:spChg chg="mod">
          <ac:chgData name="Campbell Kreider" userId="0c005bae-bb64-4a45-8336-ed9099628a1b" providerId="ADAL" clId="{92071AC9-8AA4-421F-A2BD-580E87C1F70E}" dt="2026-07-15T19:42:42.936" v="15" actId="947"/>
          <ac:spMkLst>
            <pc:docMk/>
            <pc:sldMk cId="4113299490" sldId="288"/>
            <ac:spMk id="19" creationId="{F8A191C2-BE00-FD49-402E-6CBA01E9CB85}"/>
          </ac:spMkLst>
        </pc:spChg>
        <pc:spChg chg="mod">
          <ac:chgData name="Campbell Kreider" userId="0c005bae-bb64-4a45-8336-ed9099628a1b" providerId="ADAL" clId="{92071AC9-8AA4-421F-A2BD-580E87C1F70E}" dt="2026-07-15T20:03:32.559" v="114" actId="207"/>
          <ac:spMkLst>
            <pc:docMk/>
            <pc:sldMk cId="4113299490" sldId="288"/>
            <ac:spMk id="20" creationId="{ADE777F6-B8CC-7A4F-88A5-EA0C5FC01FB0}"/>
          </ac:spMkLst>
        </pc:spChg>
        <pc:spChg chg="mod">
          <ac:chgData name="Campbell Kreider" userId="0c005bae-bb64-4a45-8336-ed9099628a1b" providerId="ADAL" clId="{92071AC9-8AA4-421F-A2BD-580E87C1F70E}" dt="2026-07-15T20:01:02.041" v="42" actId="14826"/>
          <ac:spMkLst>
            <pc:docMk/>
            <pc:sldMk cId="4113299490" sldId="288"/>
            <ac:spMk id="21" creationId="{6DC7AC43-4058-3635-9BFB-5376996E687A}"/>
          </ac:spMkLst>
        </pc:spChg>
        <pc:spChg chg="mod">
          <ac:chgData name="Campbell Kreider" userId="0c005bae-bb64-4a45-8336-ed9099628a1b" providerId="ADAL" clId="{92071AC9-8AA4-421F-A2BD-580E87C1F70E}" dt="2026-07-15T20:58:06.570" v="1138" actId="113"/>
          <ac:spMkLst>
            <pc:docMk/>
            <pc:sldMk cId="4113299490" sldId="288"/>
            <ac:spMk id="22" creationId="{DE95CDBC-84F4-2132-BA74-F4B69A9C39B2}"/>
          </ac:spMkLst>
        </pc:spChg>
        <pc:spChg chg="add mod">
          <ac:chgData name="Campbell Kreider" userId="0c005bae-bb64-4a45-8336-ed9099628a1b" providerId="ADAL" clId="{92071AC9-8AA4-421F-A2BD-580E87C1F70E}" dt="2026-07-20T22:27:52.366" v="1884" actId="20577"/>
          <ac:spMkLst>
            <pc:docMk/>
            <pc:sldMk cId="4113299490" sldId="288"/>
            <ac:spMk id="23" creationId="{794564FE-6707-02D9-8042-215EBCE04144}"/>
          </ac:spMkLst>
        </pc:spChg>
        <pc:spChg chg="add mod">
          <ac:chgData name="Campbell Kreider" userId="0c005bae-bb64-4a45-8336-ed9099628a1b" providerId="ADAL" clId="{92071AC9-8AA4-421F-A2BD-580E87C1F70E}" dt="2026-07-20T15:30:25.387" v="1825" actId="242"/>
          <ac:spMkLst>
            <pc:docMk/>
            <pc:sldMk cId="4113299490" sldId="288"/>
            <ac:spMk id="24" creationId="{0F13E049-9B29-026B-D277-9C10A49FD6FA}"/>
          </ac:spMkLst>
        </pc:spChg>
        <pc:spChg chg="mod">
          <ac:chgData name="Campbell Kreider" userId="0c005bae-bb64-4a45-8336-ed9099628a1b" providerId="ADAL" clId="{92071AC9-8AA4-421F-A2BD-580E87C1F70E}" dt="2026-07-15T20:57:38.829" v="1136" actId="1076"/>
          <ac:spMkLst>
            <pc:docMk/>
            <pc:sldMk cId="4113299490" sldId="288"/>
            <ac:spMk id="26" creationId="{9B01760A-CA23-F3EA-A941-6EA83F85515A}"/>
          </ac:spMkLst>
        </pc:spChg>
        <pc:spChg chg="add mod">
          <ac:chgData name="Campbell Kreider" userId="0c005bae-bb64-4a45-8336-ed9099628a1b" providerId="ADAL" clId="{92071AC9-8AA4-421F-A2BD-580E87C1F70E}" dt="2026-07-20T15:30:25.387" v="1825" actId="242"/>
          <ac:spMkLst>
            <pc:docMk/>
            <pc:sldMk cId="4113299490" sldId="288"/>
            <ac:spMk id="34" creationId="{D8FEBD5D-48B2-3BA8-A0F1-0F0E5E44A940}"/>
          </ac:spMkLst>
        </pc:spChg>
        <pc:spChg chg="add mod">
          <ac:chgData name="Campbell Kreider" userId="0c005bae-bb64-4a45-8336-ed9099628a1b" providerId="ADAL" clId="{92071AC9-8AA4-421F-A2BD-580E87C1F70E}" dt="2026-07-20T22:24:38.312" v="1862" actId="20577"/>
          <ac:spMkLst>
            <pc:docMk/>
            <pc:sldMk cId="4113299490" sldId="288"/>
            <ac:spMk id="35" creationId="{E1A6657D-3150-3B5B-038F-C0629BD32909}"/>
          </ac:spMkLst>
        </pc:spChg>
        <pc:spChg chg="mod">
          <ac:chgData name="Campbell Kreider" userId="0c005bae-bb64-4a45-8336-ed9099628a1b" providerId="ADAL" clId="{92071AC9-8AA4-421F-A2BD-580E87C1F70E}" dt="2026-07-20T15:49:15.856" v="1834" actId="164"/>
          <ac:spMkLst>
            <pc:docMk/>
            <pc:sldMk cId="4113299490" sldId="288"/>
            <ac:spMk id="52" creationId="{C3A380DC-729F-0BAE-19D3-E3B4A10044B0}"/>
          </ac:spMkLst>
        </pc:spChg>
        <pc:spChg chg="add del mod">
          <ac:chgData name="Campbell Kreider" userId="0c005bae-bb64-4a45-8336-ed9099628a1b" providerId="ADAL" clId="{92071AC9-8AA4-421F-A2BD-580E87C1F70E}" dt="2026-07-20T15:49:15.856" v="1834" actId="164"/>
          <ac:spMkLst>
            <pc:docMk/>
            <pc:sldMk cId="4113299490" sldId="288"/>
            <ac:spMk id="61" creationId="{7A69540E-1E80-8CFA-EB72-B1389801653F}"/>
          </ac:spMkLst>
        </pc:spChg>
        <pc:spChg chg="mod">
          <ac:chgData name="Campbell Kreider" userId="0c005bae-bb64-4a45-8336-ed9099628a1b" providerId="ADAL" clId="{92071AC9-8AA4-421F-A2BD-580E87C1F70E}" dt="2026-07-15T19:40:56.951" v="8" actId="207"/>
          <ac:spMkLst>
            <pc:docMk/>
            <pc:sldMk cId="4113299490" sldId="288"/>
            <ac:spMk id="71" creationId="{6933B994-F08C-16F3-BAA9-22F6865383DF}"/>
          </ac:spMkLst>
        </pc:spChg>
        <pc:grpChg chg="add mod">
          <ac:chgData name="Campbell Kreider" userId="0c005bae-bb64-4a45-8336-ed9099628a1b" providerId="ADAL" clId="{92071AC9-8AA4-421F-A2BD-580E87C1F70E}" dt="2026-07-20T15:49:15.856" v="1834" actId="164"/>
          <ac:grpSpMkLst>
            <pc:docMk/>
            <pc:sldMk cId="4113299490" sldId="288"/>
            <ac:grpSpMk id="2" creationId="{CAB0E857-D0F2-7917-67BD-42F58AD122A1}"/>
          </ac:grpSpMkLst>
        </pc:grpChg>
        <pc:grpChg chg="add mod">
          <ac:chgData name="Campbell Kreider" userId="0c005bae-bb64-4a45-8336-ed9099628a1b" providerId="ADAL" clId="{92071AC9-8AA4-421F-A2BD-580E87C1F70E}" dt="2026-07-20T15:49:15.856" v="1834" actId="164"/>
          <ac:grpSpMkLst>
            <pc:docMk/>
            <pc:sldMk cId="4113299490" sldId="288"/>
            <ac:grpSpMk id="8" creationId="{C3E4B9D7-2700-81F5-B1D1-4DF70CEDF9C3}"/>
          </ac:grpSpMkLst>
        </pc:grpChg>
        <pc:grpChg chg="mod">
          <ac:chgData name="Campbell Kreider" userId="0c005bae-bb64-4a45-8336-ed9099628a1b" providerId="ADAL" clId="{92071AC9-8AA4-421F-A2BD-580E87C1F70E}" dt="2026-07-15T20:01:02.041" v="42" actId="14826"/>
          <ac:grpSpMkLst>
            <pc:docMk/>
            <pc:sldMk cId="4113299490" sldId="288"/>
            <ac:grpSpMk id="27" creationId="{93448287-202E-2356-73A6-6815E8378115}"/>
          </ac:grpSpMkLst>
        </pc:grpChg>
        <pc:picChg chg="add del mod ord">
          <ac:chgData name="Campbell Kreider" userId="0c005bae-bb64-4a45-8336-ed9099628a1b" providerId="ADAL" clId="{92071AC9-8AA4-421F-A2BD-580E87C1F70E}" dt="2026-07-20T22:23:46.903" v="1856" actId="29295"/>
          <ac:picMkLst>
            <pc:docMk/>
            <pc:sldMk cId="4113299490" sldId="288"/>
            <ac:picMk id="7" creationId="{C9283B23-9194-D690-6249-6AB7A0A45801}"/>
          </ac:picMkLst>
        </pc:picChg>
        <pc:picChg chg="mod">
          <ac:chgData name="Campbell Kreider" userId="0c005bae-bb64-4a45-8336-ed9099628a1b" providerId="ADAL" clId="{92071AC9-8AA4-421F-A2BD-580E87C1F70E}" dt="2026-07-15T20:01:02.041" v="42" actId="14826"/>
          <ac:picMkLst>
            <pc:docMk/>
            <pc:sldMk cId="4113299490" sldId="288"/>
            <ac:picMk id="15" creationId="{D1184547-C5F8-C222-C20B-938251EB5C59}"/>
          </ac:picMkLst>
        </pc:picChg>
      </pc:sldChg>
      <pc:sldChg chg="addSp delSp modSp add mod">
        <pc:chgData name="Campbell Kreider" userId="0c005bae-bb64-4a45-8336-ed9099628a1b" providerId="ADAL" clId="{92071AC9-8AA4-421F-A2BD-580E87C1F70E}" dt="2026-07-20T22:27:42.877" v="1875" actId="20577"/>
        <pc:sldMkLst>
          <pc:docMk/>
          <pc:sldMk cId="1939718155" sldId="293"/>
        </pc:sldMkLst>
        <pc:spChg chg="add mod">
          <ac:chgData name="Campbell Kreider" userId="0c005bae-bb64-4a45-8336-ed9099628a1b" providerId="ADAL" clId="{92071AC9-8AA4-421F-A2BD-580E87C1F70E}" dt="2026-07-20T15:09:57.461" v="1749" actId="571"/>
          <ac:spMkLst>
            <pc:docMk/>
            <pc:sldMk cId="1939718155" sldId="293"/>
            <ac:spMk id="2" creationId="{0997AE4C-EF82-BB81-0AC1-9C2216294DF2}"/>
          </ac:spMkLst>
        </pc:spChg>
        <pc:spChg chg="add mod">
          <ac:chgData name="Campbell Kreider" userId="0c005bae-bb64-4a45-8336-ed9099628a1b" providerId="ADAL" clId="{92071AC9-8AA4-421F-A2BD-580E87C1F70E}" dt="2026-07-20T15:09:57.461" v="1749" actId="571"/>
          <ac:spMkLst>
            <pc:docMk/>
            <pc:sldMk cId="1939718155" sldId="293"/>
            <ac:spMk id="3" creationId="{98A8AAEB-8310-03D7-5B61-DC88C1087839}"/>
          </ac:spMkLst>
        </pc:spChg>
        <pc:spChg chg="add mod">
          <ac:chgData name="Campbell Kreider" userId="0c005bae-bb64-4a45-8336-ed9099628a1b" providerId="ADAL" clId="{92071AC9-8AA4-421F-A2BD-580E87C1F70E}" dt="2026-07-20T15:09:57.461" v="1749" actId="571"/>
          <ac:spMkLst>
            <pc:docMk/>
            <pc:sldMk cId="1939718155" sldId="293"/>
            <ac:spMk id="6" creationId="{61D3421E-BBB0-22B4-EB56-9D63DDC8450A}"/>
          </ac:spMkLst>
        </pc:spChg>
        <pc:spChg chg="add del">
          <ac:chgData name="Campbell Kreider" userId="0c005bae-bb64-4a45-8336-ed9099628a1b" providerId="ADAL" clId="{92071AC9-8AA4-421F-A2BD-580E87C1F70E}" dt="2026-07-20T15:11:41.217" v="1752" actId="478"/>
          <ac:spMkLst>
            <pc:docMk/>
            <pc:sldMk cId="1939718155" sldId="293"/>
            <ac:spMk id="7" creationId="{6B94B3C8-BFA6-0086-043A-3541D123488B}"/>
          </ac:spMkLst>
        </pc:spChg>
        <pc:spChg chg="add del mod ord">
          <ac:chgData name="Campbell Kreider" userId="0c005bae-bb64-4a45-8336-ed9099628a1b" providerId="ADAL" clId="{92071AC9-8AA4-421F-A2BD-580E87C1F70E}" dt="2026-07-20T15:29:16.052" v="1820" actId="478"/>
          <ac:spMkLst>
            <pc:docMk/>
            <pc:sldMk cId="1939718155" sldId="293"/>
            <ac:spMk id="8" creationId="{17BDE8BB-C290-CF60-A86D-478F7F89AA02}"/>
          </ac:spMkLst>
        </pc:spChg>
        <pc:spChg chg="del">
          <ac:chgData name="Campbell Kreider" userId="0c005bae-bb64-4a45-8336-ed9099628a1b" providerId="ADAL" clId="{92071AC9-8AA4-421F-A2BD-580E87C1F70E}" dt="2026-07-20T15:49:24.586" v="1835" actId="478"/>
          <ac:spMkLst>
            <pc:docMk/>
            <pc:sldMk cId="1939718155" sldId="293"/>
            <ac:spMk id="10" creationId="{905F06A6-B60D-AEF2-8065-56A4516FAB0E}"/>
          </ac:spMkLst>
        </pc:spChg>
        <pc:spChg chg="add del mod ord">
          <ac:chgData name="Campbell Kreider" userId="0c005bae-bb64-4a45-8336-ed9099628a1b" providerId="ADAL" clId="{92071AC9-8AA4-421F-A2BD-580E87C1F70E}" dt="2026-07-20T15:29:25.266" v="1822" actId="478"/>
          <ac:spMkLst>
            <pc:docMk/>
            <pc:sldMk cId="1939718155" sldId="293"/>
            <ac:spMk id="11" creationId="{28473586-E527-AC39-4EA0-B2CE89536817}"/>
          </ac:spMkLst>
        </pc:spChg>
        <pc:spChg chg="add del mod ord">
          <ac:chgData name="Campbell Kreider" userId="0c005bae-bb64-4a45-8336-ed9099628a1b" providerId="ADAL" clId="{92071AC9-8AA4-421F-A2BD-580E87C1F70E}" dt="2026-07-20T15:29:22.548" v="1821" actId="478"/>
          <ac:spMkLst>
            <pc:docMk/>
            <pc:sldMk cId="1939718155" sldId="293"/>
            <ac:spMk id="13" creationId="{3E90C597-67C2-9126-4A7B-08F9B74B6C8D}"/>
          </ac:spMkLst>
        </pc:spChg>
        <pc:spChg chg="del">
          <ac:chgData name="Campbell Kreider" userId="0c005bae-bb64-4a45-8336-ed9099628a1b" providerId="ADAL" clId="{92071AC9-8AA4-421F-A2BD-580E87C1F70E}" dt="2026-07-20T15:49:24.586" v="1835" actId="478"/>
          <ac:spMkLst>
            <pc:docMk/>
            <pc:sldMk cId="1939718155" sldId="293"/>
            <ac:spMk id="18" creationId="{B3CFFE2B-B17C-7ABD-B96F-47A81C507090}"/>
          </ac:spMkLst>
        </pc:spChg>
        <pc:spChg chg="mod">
          <ac:chgData name="Campbell Kreider" userId="0c005bae-bb64-4a45-8336-ed9099628a1b" providerId="ADAL" clId="{92071AC9-8AA4-421F-A2BD-580E87C1F70E}" dt="2026-07-20T22:26:49.113" v="1866" actId="1076"/>
          <ac:spMkLst>
            <pc:docMk/>
            <pc:sldMk cId="1939718155" sldId="293"/>
            <ac:spMk id="19" creationId="{879D17E3-B1C2-4597-4F1A-B32E6916D3E9}"/>
          </ac:spMkLst>
        </pc:spChg>
        <pc:spChg chg="del mod">
          <ac:chgData name="Campbell Kreider" userId="0c005bae-bb64-4a45-8336-ed9099628a1b" providerId="ADAL" clId="{92071AC9-8AA4-421F-A2BD-580E87C1F70E}" dt="2026-07-20T15:49:24.586" v="1835" actId="478"/>
          <ac:spMkLst>
            <pc:docMk/>
            <pc:sldMk cId="1939718155" sldId="293"/>
            <ac:spMk id="23" creationId="{AFACEAF5-D95F-E85B-0F7F-A5EBD3746B62}"/>
          </ac:spMkLst>
        </pc:spChg>
        <pc:spChg chg="del mod">
          <ac:chgData name="Campbell Kreider" userId="0c005bae-bb64-4a45-8336-ed9099628a1b" providerId="ADAL" clId="{92071AC9-8AA4-421F-A2BD-580E87C1F70E}" dt="2026-07-20T15:49:24.586" v="1835" actId="478"/>
          <ac:spMkLst>
            <pc:docMk/>
            <pc:sldMk cId="1939718155" sldId="293"/>
            <ac:spMk id="24" creationId="{424A2A89-9886-4254-E8E6-F7F1A27D7DB3}"/>
          </ac:spMkLst>
        </pc:spChg>
        <pc:spChg chg="add del mod ord">
          <ac:chgData name="Campbell Kreider" userId="0c005bae-bb64-4a45-8336-ed9099628a1b" providerId="ADAL" clId="{92071AC9-8AA4-421F-A2BD-580E87C1F70E}" dt="2026-07-20T15:29:28.312" v="1823" actId="478"/>
          <ac:spMkLst>
            <pc:docMk/>
            <pc:sldMk cId="1939718155" sldId="293"/>
            <ac:spMk id="25" creationId="{9D5DD809-2FB1-9F34-7BCC-E38820DF05FA}"/>
          </ac:spMkLst>
        </pc:spChg>
        <pc:spChg chg="mod">
          <ac:chgData name="Campbell Kreider" userId="0c005bae-bb64-4a45-8336-ed9099628a1b" providerId="ADAL" clId="{92071AC9-8AA4-421F-A2BD-580E87C1F70E}" dt="2026-07-15T21:36:31.295" v="1641" actId="20577"/>
          <ac:spMkLst>
            <pc:docMk/>
            <pc:sldMk cId="1939718155" sldId="293"/>
            <ac:spMk id="26" creationId="{6EC05050-398B-5DE5-7913-6975D1D56E9D}"/>
          </ac:spMkLst>
        </pc:spChg>
        <pc:spChg chg="mod">
          <ac:chgData name="Campbell Kreider" userId="0c005bae-bb64-4a45-8336-ed9099628a1b" providerId="ADAL" clId="{92071AC9-8AA4-421F-A2BD-580E87C1F70E}" dt="2026-07-20T15:49:25.196" v="1836"/>
          <ac:spMkLst>
            <pc:docMk/>
            <pc:sldMk cId="1939718155" sldId="293"/>
            <ac:spMk id="29" creationId="{FC1CA412-F4BD-D498-3C3B-79E56AC23AA4}"/>
          </ac:spMkLst>
        </pc:spChg>
        <pc:spChg chg="mod">
          <ac:chgData name="Campbell Kreider" userId="0c005bae-bb64-4a45-8336-ed9099628a1b" providerId="ADAL" clId="{92071AC9-8AA4-421F-A2BD-580E87C1F70E}" dt="2026-07-20T15:49:25.196" v="1836"/>
          <ac:spMkLst>
            <pc:docMk/>
            <pc:sldMk cId="1939718155" sldId="293"/>
            <ac:spMk id="30" creationId="{BCE2CE7D-D91B-20E6-774D-55E8B57D8A52}"/>
          </ac:spMkLst>
        </pc:spChg>
        <pc:spChg chg="mod">
          <ac:chgData name="Campbell Kreider" userId="0c005bae-bb64-4a45-8336-ed9099628a1b" providerId="ADAL" clId="{92071AC9-8AA4-421F-A2BD-580E87C1F70E}" dt="2026-07-20T15:49:25.196" v="1836"/>
          <ac:spMkLst>
            <pc:docMk/>
            <pc:sldMk cId="1939718155" sldId="293"/>
            <ac:spMk id="31" creationId="{BBA49255-9A28-ED7E-6E2D-D766546E451D}"/>
          </ac:spMkLst>
        </pc:spChg>
        <pc:spChg chg="mod">
          <ac:chgData name="Campbell Kreider" userId="0c005bae-bb64-4a45-8336-ed9099628a1b" providerId="ADAL" clId="{92071AC9-8AA4-421F-A2BD-580E87C1F70E}" dt="2026-07-20T15:49:25.196" v="1836"/>
          <ac:spMkLst>
            <pc:docMk/>
            <pc:sldMk cId="1939718155" sldId="293"/>
            <ac:spMk id="32" creationId="{8D9A1E05-D6A7-30E4-D21C-28B9413FEB5E}"/>
          </ac:spMkLst>
        </pc:spChg>
        <pc:spChg chg="del mod">
          <ac:chgData name="Campbell Kreider" userId="0c005bae-bb64-4a45-8336-ed9099628a1b" providerId="ADAL" clId="{92071AC9-8AA4-421F-A2BD-580E87C1F70E}" dt="2026-07-20T15:49:24.586" v="1835" actId="478"/>
          <ac:spMkLst>
            <pc:docMk/>
            <pc:sldMk cId="1939718155" sldId="293"/>
            <ac:spMk id="34" creationId="{26CBF9EC-F297-5587-ADA7-B971E5216C98}"/>
          </ac:spMkLst>
        </pc:spChg>
        <pc:spChg chg="del mod">
          <ac:chgData name="Campbell Kreider" userId="0c005bae-bb64-4a45-8336-ed9099628a1b" providerId="ADAL" clId="{92071AC9-8AA4-421F-A2BD-580E87C1F70E}" dt="2026-07-20T15:49:24.586" v="1835" actId="478"/>
          <ac:spMkLst>
            <pc:docMk/>
            <pc:sldMk cId="1939718155" sldId="293"/>
            <ac:spMk id="35" creationId="{C52BE82C-4FC6-0564-C513-79FC98BDE837}"/>
          </ac:spMkLst>
        </pc:spChg>
        <pc:spChg chg="mod">
          <ac:chgData name="Campbell Kreider" userId="0c005bae-bb64-4a45-8336-ed9099628a1b" providerId="ADAL" clId="{92071AC9-8AA4-421F-A2BD-580E87C1F70E}" dt="2026-07-20T22:27:42.877" v="1875" actId="20577"/>
          <ac:spMkLst>
            <pc:docMk/>
            <pc:sldMk cId="1939718155" sldId="293"/>
            <ac:spMk id="37" creationId="{5543B13E-4745-9487-9EB9-16FE19E5257D}"/>
          </ac:spMkLst>
        </pc:spChg>
        <pc:spChg chg="mod">
          <ac:chgData name="Campbell Kreider" userId="0c005bae-bb64-4a45-8336-ed9099628a1b" providerId="ADAL" clId="{92071AC9-8AA4-421F-A2BD-580E87C1F70E}" dt="2026-07-20T15:49:25.196" v="1836"/>
          <ac:spMkLst>
            <pc:docMk/>
            <pc:sldMk cId="1939718155" sldId="293"/>
            <ac:spMk id="38" creationId="{37CB25FA-506C-51CE-3CAC-EF24E1F0CC5C}"/>
          </ac:spMkLst>
        </pc:spChg>
        <pc:spChg chg="mod">
          <ac:chgData name="Campbell Kreider" userId="0c005bae-bb64-4a45-8336-ed9099628a1b" providerId="ADAL" clId="{92071AC9-8AA4-421F-A2BD-580E87C1F70E}" dt="2026-07-20T15:49:25.196" v="1836"/>
          <ac:spMkLst>
            <pc:docMk/>
            <pc:sldMk cId="1939718155" sldId="293"/>
            <ac:spMk id="39" creationId="{E2BD9ACD-12CB-8F31-1A73-D7F47F5F834A}"/>
          </ac:spMkLst>
        </pc:spChg>
        <pc:spChg chg="mod">
          <ac:chgData name="Campbell Kreider" userId="0c005bae-bb64-4a45-8336-ed9099628a1b" providerId="ADAL" clId="{92071AC9-8AA4-421F-A2BD-580E87C1F70E}" dt="2026-07-20T15:49:25.196" v="1836"/>
          <ac:spMkLst>
            <pc:docMk/>
            <pc:sldMk cId="1939718155" sldId="293"/>
            <ac:spMk id="42" creationId="{5C1B629D-D3D0-7907-3E17-B9B58AEDACD0}"/>
          </ac:spMkLst>
        </pc:spChg>
        <pc:spChg chg="del">
          <ac:chgData name="Campbell Kreider" userId="0c005bae-bb64-4a45-8336-ed9099628a1b" providerId="ADAL" clId="{92071AC9-8AA4-421F-A2BD-580E87C1F70E}" dt="2026-07-20T15:49:24.586" v="1835" actId="478"/>
          <ac:spMkLst>
            <pc:docMk/>
            <pc:sldMk cId="1939718155" sldId="293"/>
            <ac:spMk id="52" creationId="{2DDAE740-C1CD-C48A-A775-3CFCFD77BFF6}"/>
          </ac:spMkLst>
        </pc:spChg>
        <pc:spChg chg="del mod">
          <ac:chgData name="Campbell Kreider" userId="0c005bae-bb64-4a45-8336-ed9099628a1b" providerId="ADAL" clId="{92071AC9-8AA4-421F-A2BD-580E87C1F70E}" dt="2026-07-20T15:49:24.586" v="1835" actId="478"/>
          <ac:spMkLst>
            <pc:docMk/>
            <pc:sldMk cId="1939718155" sldId="293"/>
            <ac:spMk id="61" creationId="{56688829-0689-2AD5-740D-6C2D74D1CE2A}"/>
          </ac:spMkLst>
        </pc:spChg>
        <pc:grpChg chg="mod">
          <ac:chgData name="Campbell Kreider" userId="0c005bae-bb64-4a45-8336-ed9099628a1b" providerId="ADAL" clId="{92071AC9-8AA4-421F-A2BD-580E87C1F70E}" dt="2026-07-20T15:49:25.196" v="1836"/>
          <ac:grpSpMkLst>
            <pc:docMk/>
            <pc:sldMk cId="1939718155" sldId="293"/>
            <ac:grpSpMk id="36" creationId="{386E636D-90DD-0910-813E-187C4BA7C674}"/>
          </ac:grpSpMkLst>
        </pc:grpChg>
        <pc:picChg chg="mod modCrop">
          <ac:chgData name="Campbell Kreider" userId="0c005bae-bb64-4a45-8336-ed9099628a1b" providerId="ADAL" clId="{92071AC9-8AA4-421F-A2BD-580E87C1F70E}" dt="2026-07-20T22:26:42.975" v="1865" actId="18131"/>
          <ac:picMkLst>
            <pc:docMk/>
            <pc:sldMk cId="1939718155" sldId="293"/>
            <ac:picMk id="16" creationId="{64961423-55E6-2DE5-EF93-9D47F6C74285}"/>
          </ac:picMkLst>
        </pc:picChg>
        <pc:picChg chg="mod">
          <ac:chgData name="Campbell Kreider" userId="0c005bae-bb64-4a45-8336-ed9099628a1b" providerId="ADAL" clId="{92071AC9-8AA4-421F-A2BD-580E87C1F70E}" dt="2026-07-20T22:24:04.021" v="1858" actId="29295"/>
          <ac:picMkLst>
            <pc:docMk/>
            <pc:sldMk cId="1939718155" sldId="293"/>
            <ac:picMk id="33" creationId="{6EA1476C-CC60-F4A6-9615-A00EBDD0AC2B}"/>
          </ac:picMkLst>
        </pc:picChg>
      </pc:sldChg>
      <pc:sldChg chg="addSp delSp modSp add mod">
        <pc:chgData name="Campbell Kreider" userId="0c005bae-bb64-4a45-8336-ed9099628a1b" providerId="ADAL" clId="{92071AC9-8AA4-421F-A2BD-580E87C1F70E}" dt="2026-07-20T22:28:02.933" v="1897" actId="20577"/>
        <pc:sldMkLst>
          <pc:docMk/>
          <pc:sldMk cId="3560290663" sldId="294"/>
        </pc:sldMkLst>
        <pc:spChg chg="mod">
          <ac:chgData name="Campbell Kreider" userId="0c005bae-bb64-4a45-8336-ed9099628a1b" providerId="ADAL" clId="{92071AC9-8AA4-421F-A2BD-580E87C1F70E}" dt="2026-07-20T15:49:35.164" v="1838"/>
          <ac:spMkLst>
            <pc:docMk/>
            <pc:sldMk cId="3560290663" sldId="294"/>
            <ac:spMk id="3" creationId="{EB8A2B5A-4FA0-4060-F0A0-D47506E2BF63}"/>
          </ac:spMkLst>
        </pc:spChg>
        <pc:spChg chg="mod">
          <ac:chgData name="Campbell Kreider" userId="0c005bae-bb64-4a45-8336-ed9099628a1b" providerId="ADAL" clId="{92071AC9-8AA4-421F-A2BD-580E87C1F70E}" dt="2026-07-20T15:49:35.164" v="1838"/>
          <ac:spMkLst>
            <pc:docMk/>
            <pc:sldMk cId="3560290663" sldId="294"/>
            <ac:spMk id="6" creationId="{FC71767C-7370-A69C-4E11-16CD0153042A}"/>
          </ac:spMkLst>
        </pc:spChg>
        <pc:spChg chg="mod">
          <ac:chgData name="Campbell Kreider" userId="0c005bae-bb64-4a45-8336-ed9099628a1b" providerId="ADAL" clId="{92071AC9-8AA4-421F-A2BD-580E87C1F70E}" dt="2026-07-20T15:49:35.164" v="1838"/>
          <ac:spMkLst>
            <pc:docMk/>
            <pc:sldMk cId="3560290663" sldId="294"/>
            <ac:spMk id="7" creationId="{8C8377A2-C15F-1464-13BA-13FAED033B44}"/>
          </ac:spMkLst>
        </pc:spChg>
        <pc:spChg chg="mod">
          <ac:chgData name="Campbell Kreider" userId="0c005bae-bb64-4a45-8336-ed9099628a1b" providerId="ADAL" clId="{92071AC9-8AA4-421F-A2BD-580E87C1F70E}" dt="2026-07-20T15:49:35.164" v="1838"/>
          <ac:spMkLst>
            <pc:docMk/>
            <pc:sldMk cId="3560290663" sldId="294"/>
            <ac:spMk id="8" creationId="{E5CAA9CF-8A44-084B-951D-E96C8881D8B2}"/>
          </ac:spMkLst>
        </pc:spChg>
        <pc:spChg chg="del">
          <ac:chgData name="Campbell Kreider" userId="0c005bae-bb64-4a45-8336-ed9099628a1b" providerId="ADAL" clId="{92071AC9-8AA4-421F-A2BD-580E87C1F70E}" dt="2026-07-20T15:49:34.306" v="1837" actId="478"/>
          <ac:spMkLst>
            <pc:docMk/>
            <pc:sldMk cId="3560290663" sldId="294"/>
            <ac:spMk id="10" creationId="{382393D1-0887-FE1F-320E-D9865E6A4E9E}"/>
          </ac:spMkLst>
        </pc:spChg>
        <pc:spChg chg="mod">
          <ac:chgData name="Campbell Kreider" userId="0c005bae-bb64-4a45-8336-ed9099628a1b" providerId="ADAL" clId="{92071AC9-8AA4-421F-A2BD-580E87C1F70E}" dt="2026-07-20T22:28:02.933" v="1897" actId="20577"/>
          <ac:spMkLst>
            <pc:docMk/>
            <pc:sldMk cId="3560290663" sldId="294"/>
            <ac:spMk id="12" creationId="{8B82C68B-0241-64C7-035F-FAE774FADB66}"/>
          </ac:spMkLst>
        </pc:spChg>
        <pc:spChg chg="mod">
          <ac:chgData name="Campbell Kreider" userId="0c005bae-bb64-4a45-8336-ed9099628a1b" providerId="ADAL" clId="{92071AC9-8AA4-421F-A2BD-580E87C1F70E}" dt="2026-07-20T15:49:35.164" v="1838"/>
          <ac:spMkLst>
            <pc:docMk/>
            <pc:sldMk cId="3560290663" sldId="294"/>
            <ac:spMk id="13" creationId="{753CDCD4-0961-48CE-C79C-551387440BE1}"/>
          </ac:spMkLst>
        </pc:spChg>
        <pc:spChg chg="mod">
          <ac:chgData name="Campbell Kreider" userId="0c005bae-bb64-4a45-8336-ed9099628a1b" providerId="ADAL" clId="{92071AC9-8AA4-421F-A2BD-580E87C1F70E}" dt="2026-07-20T15:49:35.164" v="1838"/>
          <ac:spMkLst>
            <pc:docMk/>
            <pc:sldMk cId="3560290663" sldId="294"/>
            <ac:spMk id="14" creationId="{0B6C6A7C-48F3-10CC-016B-2F6505C9E284}"/>
          </ac:spMkLst>
        </pc:spChg>
        <pc:spChg chg="del">
          <ac:chgData name="Campbell Kreider" userId="0c005bae-bb64-4a45-8336-ed9099628a1b" providerId="ADAL" clId="{92071AC9-8AA4-421F-A2BD-580E87C1F70E}" dt="2026-07-20T15:49:34.306" v="1837" actId="478"/>
          <ac:spMkLst>
            <pc:docMk/>
            <pc:sldMk cId="3560290663" sldId="294"/>
            <ac:spMk id="18" creationId="{864F614C-FB27-AE45-7C2B-DCBB9C04EEE8}"/>
          </ac:spMkLst>
        </pc:spChg>
        <pc:spChg chg="mod">
          <ac:chgData name="Campbell Kreider" userId="0c005bae-bb64-4a45-8336-ed9099628a1b" providerId="ADAL" clId="{92071AC9-8AA4-421F-A2BD-580E87C1F70E}" dt="2026-07-20T22:12:48.769" v="1842" actId="1076"/>
          <ac:spMkLst>
            <pc:docMk/>
            <pc:sldMk cId="3560290663" sldId="294"/>
            <ac:spMk id="19" creationId="{CC27E7B3-6101-AB53-8E12-1BFB0A9D64A7}"/>
          </ac:spMkLst>
        </pc:spChg>
        <pc:spChg chg="del mod">
          <ac:chgData name="Campbell Kreider" userId="0c005bae-bb64-4a45-8336-ed9099628a1b" providerId="ADAL" clId="{92071AC9-8AA4-421F-A2BD-580E87C1F70E}" dt="2026-07-20T15:49:34.306" v="1837" actId="478"/>
          <ac:spMkLst>
            <pc:docMk/>
            <pc:sldMk cId="3560290663" sldId="294"/>
            <ac:spMk id="23" creationId="{E3018383-9241-84B5-7462-33EC405222E9}"/>
          </ac:spMkLst>
        </pc:spChg>
        <pc:spChg chg="del mod">
          <ac:chgData name="Campbell Kreider" userId="0c005bae-bb64-4a45-8336-ed9099628a1b" providerId="ADAL" clId="{92071AC9-8AA4-421F-A2BD-580E87C1F70E}" dt="2026-07-20T15:49:34.306" v="1837" actId="478"/>
          <ac:spMkLst>
            <pc:docMk/>
            <pc:sldMk cId="3560290663" sldId="294"/>
            <ac:spMk id="24" creationId="{BAF3F81E-A7A7-6326-F044-081851C72E55}"/>
          </ac:spMkLst>
        </pc:spChg>
        <pc:spChg chg="mod">
          <ac:chgData name="Campbell Kreider" userId="0c005bae-bb64-4a45-8336-ed9099628a1b" providerId="ADAL" clId="{92071AC9-8AA4-421F-A2BD-580E87C1F70E}" dt="2026-07-20T15:49:35.164" v="1838"/>
          <ac:spMkLst>
            <pc:docMk/>
            <pc:sldMk cId="3560290663" sldId="294"/>
            <ac:spMk id="25" creationId="{7397B74B-6144-855A-C33E-56662BAF21D3}"/>
          </ac:spMkLst>
        </pc:spChg>
        <pc:spChg chg="mod">
          <ac:chgData name="Campbell Kreider" userId="0c005bae-bb64-4a45-8336-ed9099628a1b" providerId="ADAL" clId="{92071AC9-8AA4-421F-A2BD-580E87C1F70E}" dt="2026-07-15T21:36:46.309" v="1655" actId="20577"/>
          <ac:spMkLst>
            <pc:docMk/>
            <pc:sldMk cId="3560290663" sldId="294"/>
            <ac:spMk id="26" creationId="{C02D879D-9873-D8A6-B93B-EBAB2601014C}"/>
          </ac:spMkLst>
        </pc:spChg>
        <pc:spChg chg="del mod">
          <ac:chgData name="Campbell Kreider" userId="0c005bae-bb64-4a45-8336-ed9099628a1b" providerId="ADAL" clId="{92071AC9-8AA4-421F-A2BD-580E87C1F70E}" dt="2026-07-20T15:49:34.306" v="1837" actId="478"/>
          <ac:spMkLst>
            <pc:docMk/>
            <pc:sldMk cId="3560290663" sldId="294"/>
            <ac:spMk id="34" creationId="{61883862-E0A6-4719-476F-18505156715C}"/>
          </ac:spMkLst>
        </pc:spChg>
        <pc:spChg chg="del mod">
          <ac:chgData name="Campbell Kreider" userId="0c005bae-bb64-4a45-8336-ed9099628a1b" providerId="ADAL" clId="{92071AC9-8AA4-421F-A2BD-580E87C1F70E}" dt="2026-07-20T15:49:34.306" v="1837" actId="478"/>
          <ac:spMkLst>
            <pc:docMk/>
            <pc:sldMk cId="3560290663" sldId="294"/>
            <ac:spMk id="35" creationId="{8CA8B445-76C5-6807-4477-300855515A48}"/>
          </ac:spMkLst>
        </pc:spChg>
        <pc:spChg chg="del">
          <ac:chgData name="Campbell Kreider" userId="0c005bae-bb64-4a45-8336-ed9099628a1b" providerId="ADAL" clId="{92071AC9-8AA4-421F-A2BD-580E87C1F70E}" dt="2026-07-20T15:49:34.306" v="1837" actId="478"/>
          <ac:spMkLst>
            <pc:docMk/>
            <pc:sldMk cId="3560290663" sldId="294"/>
            <ac:spMk id="52" creationId="{67A7D7DF-49BD-B9BC-8799-1BE39665B605}"/>
          </ac:spMkLst>
        </pc:spChg>
        <pc:spChg chg="del">
          <ac:chgData name="Campbell Kreider" userId="0c005bae-bb64-4a45-8336-ed9099628a1b" providerId="ADAL" clId="{92071AC9-8AA4-421F-A2BD-580E87C1F70E}" dt="2026-07-20T15:49:34.306" v="1837" actId="478"/>
          <ac:spMkLst>
            <pc:docMk/>
            <pc:sldMk cId="3560290663" sldId="294"/>
            <ac:spMk id="61" creationId="{CDAEAA64-2975-DC16-C823-30BE730667A6}"/>
          </ac:spMkLst>
        </pc:spChg>
        <pc:grpChg chg="mod">
          <ac:chgData name="Campbell Kreider" userId="0c005bae-bb64-4a45-8336-ed9099628a1b" providerId="ADAL" clId="{92071AC9-8AA4-421F-A2BD-580E87C1F70E}" dt="2026-07-20T15:49:35.164" v="1838"/>
          <ac:grpSpMkLst>
            <pc:docMk/>
            <pc:sldMk cId="3560290663" sldId="294"/>
            <ac:grpSpMk id="11" creationId="{EC725399-A101-84A0-3080-C1381419E862}"/>
          </ac:grpSpMkLst>
        </pc:grpChg>
        <pc:picChg chg="mod">
          <ac:chgData name="Campbell Kreider" userId="0c005bae-bb64-4a45-8336-ed9099628a1b" providerId="ADAL" clId="{92071AC9-8AA4-421F-A2BD-580E87C1F70E}" dt="2026-07-20T22:24:11.325" v="1860" actId="29295"/>
          <ac:picMkLst>
            <pc:docMk/>
            <pc:sldMk cId="3560290663" sldId="294"/>
            <ac:picMk id="9" creationId="{D001D747-FC29-F08A-05E7-8DE8F9748549}"/>
          </ac:picMkLst>
        </pc:picChg>
        <pc:picChg chg="mod modCrop">
          <ac:chgData name="Campbell Kreider" userId="0c005bae-bb64-4a45-8336-ed9099628a1b" providerId="ADAL" clId="{92071AC9-8AA4-421F-A2BD-580E87C1F70E}" dt="2026-07-20T22:12:38.381" v="1840" actId="18131"/>
          <ac:picMkLst>
            <pc:docMk/>
            <pc:sldMk cId="3560290663" sldId="294"/>
            <ac:picMk id="16" creationId="{642E85A4-3CD0-EB5A-86A3-8A09570282B0}"/>
          </ac:picMkLst>
        </pc:pic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F9161D-9736-73FE-69B3-1356AB209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0773" y="8466588"/>
            <a:ext cx="1887967" cy="448018"/>
          </a:xfrm>
          <a:prstGeom prst="rect">
            <a:avLst/>
          </a:prstGeom>
        </p:spPr>
      </p:pic>
      <p:pic>
        <p:nvPicPr>
          <p:cNvPr id="23" name="Picture 22">
            <a:extLst>
              <a:ext uri="{FF2B5EF4-FFF2-40B4-BE49-F238E27FC236}">
                <a16:creationId xmlns:a16="http://schemas.microsoft.com/office/drawing/2014/main" id="{156A5E56-7AF8-0D26-8870-BC1102EB35E6}"/>
              </a:ext>
            </a:extLst>
          </p:cNvPr>
          <p:cNvPicPr>
            <a:picLocks noChangeAspect="1"/>
          </p:cNvPicPr>
          <p:nvPr/>
        </p:nvPicPr>
        <p:blipFill rotWithShape="1">
          <a:blip r:embed="rId3">
            <a:alphaModFix amt="19000"/>
            <a:extLst>
              <a:ext uri="{28A0092B-C50C-407E-A947-70E740481C1C}">
                <a14:useLocalDpi xmlns:a14="http://schemas.microsoft.com/office/drawing/2010/main" val="0"/>
              </a:ext>
            </a:extLst>
          </a:blip>
          <a:srcRect l="18065" r="2050"/>
          <a:stretch/>
        </p:blipFill>
        <p:spPr>
          <a:xfrm>
            <a:off x="0" y="4140654"/>
            <a:ext cx="6858000" cy="4268560"/>
          </a:xfrm>
          <a:prstGeom prst="rect">
            <a:avLst/>
          </a:prstGeom>
        </p:spPr>
      </p:pic>
    </p:spTree>
    <p:extLst>
      <p:ext uri="{BB962C8B-B14F-4D97-AF65-F5344CB8AC3E}">
        <p14:creationId xmlns:p14="http://schemas.microsoft.com/office/powerpoint/2010/main" val="3679611961"/>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B75B5E-4E9B-4DB8-B0E8-EB8838FCB4DC}" type="datetimeFigureOut">
              <a:rPr lang="en-US" smtClean="0"/>
              <a:t>7/23/2026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685CA9-C3F8-4C5B-9EA8-624CB610BDDF}" type="slidenum">
              <a:rPr lang="en-US" smtClean="0"/>
              <a:t>‹#›</a:t>
            </a:fld>
            <a:endParaRPr lang="en-US"/>
          </a:p>
        </p:txBody>
      </p:sp>
    </p:spTree>
    <p:extLst>
      <p:ext uri="{BB962C8B-B14F-4D97-AF65-F5344CB8AC3E}">
        <p14:creationId xmlns:p14="http://schemas.microsoft.com/office/powerpoint/2010/main" val="3360861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8397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4887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347FA695-301A-D017-5457-21181DB07D41}"/>
              </a:ext>
            </a:extLst>
          </p:cNvPr>
          <p:cNvSpPr txBox="1">
            <a:spLocks/>
          </p:cNvSpPr>
          <p:nvPr/>
        </p:nvSpPr>
        <p:spPr>
          <a:xfrm>
            <a:off x="5843567" y="9348412"/>
            <a:ext cx="1333674" cy="535517"/>
          </a:xfrm>
          <a:prstGeom prst="rect">
            <a:avLst/>
          </a:prstGeom>
        </p:spPr>
        <p:txBody>
          <a:bodyPr vert="horz" lIns="58293" tIns="29146" rIns="58293" bIns="29146"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765">
                <a:solidFill>
                  <a:schemeClr val="accent3"/>
                </a:solidFill>
                <a:latin typeface="Source Sans Pro" panose="020B0503030403020204" pitchFamily="34" charset="0"/>
                <a:cs typeface="Calibri Light" charset="0"/>
              </a:rPr>
              <a:t>© CCIG All Rights Reserved</a:t>
            </a:r>
            <a:endParaRPr lang="en-US" sz="765">
              <a:solidFill>
                <a:schemeClr val="accent3"/>
              </a:solidFill>
            </a:endParaRPr>
          </a:p>
        </p:txBody>
      </p:sp>
      <p:sp>
        <p:nvSpPr>
          <p:cNvPr id="3" name="Slide Number Placeholder 3">
            <a:extLst>
              <a:ext uri="{FF2B5EF4-FFF2-40B4-BE49-F238E27FC236}">
                <a16:creationId xmlns:a16="http://schemas.microsoft.com/office/drawing/2014/main" id="{423C14C6-1388-88AF-C11C-D78FF338316A}"/>
              </a:ext>
            </a:extLst>
          </p:cNvPr>
          <p:cNvSpPr txBox="1">
            <a:spLocks/>
          </p:cNvSpPr>
          <p:nvPr/>
        </p:nvSpPr>
        <p:spPr>
          <a:xfrm>
            <a:off x="7177241" y="9347776"/>
            <a:ext cx="293467" cy="535517"/>
          </a:xfrm>
          <a:prstGeom prst="rect">
            <a:avLst/>
          </a:prstGeom>
        </p:spPr>
        <p:txBody>
          <a:bodyPr vert="horz" lIns="58293" tIns="29146" rIns="58293" bIns="29146"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06A10D1-A153-46BE-963E-0302FA5EFDF9}" type="slidenum">
              <a:rPr lang="en-US" sz="765" smtClean="0">
                <a:solidFill>
                  <a:schemeClr val="accent3"/>
                </a:solidFill>
              </a:rPr>
              <a:pPr/>
              <a:t>‹#›</a:t>
            </a:fld>
            <a:endParaRPr lang="en-US" sz="765">
              <a:solidFill>
                <a:schemeClr val="accent3"/>
              </a:solidFill>
            </a:endParaRPr>
          </a:p>
        </p:txBody>
      </p:sp>
      <p:pic>
        <p:nvPicPr>
          <p:cNvPr id="4" name="Picture 3">
            <a:extLst>
              <a:ext uri="{FF2B5EF4-FFF2-40B4-BE49-F238E27FC236}">
                <a16:creationId xmlns:a16="http://schemas.microsoft.com/office/drawing/2014/main" id="{5F2F7BF6-0AA5-9EF5-48DA-31D4B332A44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3419" y="9348046"/>
            <a:ext cx="639150" cy="349674"/>
          </a:xfrm>
          <a:prstGeom prst="rect">
            <a:avLst/>
          </a:prstGeom>
        </p:spPr>
      </p:pic>
    </p:spTree>
    <p:extLst>
      <p:ext uri="{BB962C8B-B14F-4D97-AF65-F5344CB8AC3E}">
        <p14:creationId xmlns:p14="http://schemas.microsoft.com/office/powerpoint/2010/main" val="3408747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9122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4CB7C7-D8DD-A773-3164-BFA6E3CB954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73419" y="9332056"/>
            <a:ext cx="639150" cy="348943"/>
          </a:xfrm>
          <a:prstGeom prst="rect">
            <a:avLst/>
          </a:prstGeom>
        </p:spPr>
      </p:pic>
      <p:sp>
        <p:nvSpPr>
          <p:cNvPr id="3" name="Footer Placeholder 2">
            <a:extLst>
              <a:ext uri="{FF2B5EF4-FFF2-40B4-BE49-F238E27FC236}">
                <a16:creationId xmlns:a16="http://schemas.microsoft.com/office/drawing/2014/main" id="{1C94A90F-9A4B-3A2A-8DA0-6AD36E25DE83}"/>
              </a:ext>
            </a:extLst>
          </p:cNvPr>
          <p:cNvSpPr txBox="1">
            <a:spLocks/>
          </p:cNvSpPr>
          <p:nvPr/>
        </p:nvSpPr>
        <p:spPr>
          <a:xfrm>
            <a:off x="5843567" y="9348412"/>
            <a:ext cx="1333674" cy="535517"/>
          </a:xfrm>
          <a:prstGeom prst="rect">
            <a:avLst/>
          </a:prstGeom>
        </p:spPr>
        <p:txBody>
          <a:bodyPr vert="horz" lIns="58293" tIns="29146" rIns="58293" bIns="29146"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765">
                <a:solidFill>
                  <a:schemeClr val="accent3">
                    <a:lumMod val="75000"/>
                  </a:schemeClr>
                </a:solidFill>
                <a:latin typeface="Source Sans Pro" panose="020B0503030403020204" pitchFamily="34" charset="0"/>
                <a:cs typeface="Calibri Light" charset="0"/>
              </a:rPr>
              <a:t>© CCIG All Rights Reserved</a:t>
            </a:r>
            <a:endParaRPr lang="en-US" sz="765">
              <a:solidFill>
                <a:schemeClr val="accent3">
                  <a:lumMod val="75000"/>
                </a:schemeClr>
              </a:solidFill>
            </a:endParaRPr>
          </a:p>
        </p:txBody>
      </p:sp>
      <p:sp>
        <p:nvSpPr>
          <p:cNvPr id="4" name="Slide Number Placeholder 3">
            <a:extLst>
              <a:ext uri="{FF2B5EF4-FFF2-40B4-BE49-F238E27FC236}">
                <a16:creationId xmlns:a16="http://schemas.microsoft.com/office/drawing/2014/main" id="{6A743426-97A4-BD34-08E3-B74A56AF5D31}"/>
              </a:ext>
            </a:extLst>
          </p:cNvPr>
          <p:cNvSpPr txBox="1">
            <a:spLocks/>
          </p:cNvSpPr>
          <p:nvPr/>
        </p:nvSpPr>
        <p:spPr>
          <a:xfrm>
            <a:off x="7177241" y="9347776"/>
            <a:ext cx="293467" cy="535517"/>
          </a:xfrm>
          <a:prstGeom prst="rect">
            <a:avLst/>
          </a:prstGeom>
        </p:spPr>
        <p:txBody>
          <a:bodyPr vert="horz" lIns="58293" tIns="29146" rIns="58293" bIns="29146"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06A10D1-A153-46BE-963E-0302FA5EFDF9}" type="slidenum">
              <a:rPr lang="en-US" sz="765" smtClean="0">
                <a:solidFill>
                  <a:schemeClr val="accent3">
                    <a:lumMod val="75000"/>
                  </a:schemeClr>
                </a:solidFill>
              </a:rPr>
              <a:pPr/>
              <a:t>‹#›</a:t>
            </a:fld>
            <a:endParaRPr lang="en-US" sz="765">
              <a:solidFill>
                <a:schemeClr val="accent3">
                  <a:lumMod val="75000"/>
                </a:schemeClr>
              </a:solidFill>
            </a:endParaRPr>
          </a:p>
        </p:txBody>
      </p:sp>
    </p:spTree>
    <p:extLst>
      <p:ext uri="{BB962C8B-B14F-4D97-AF65-F5344CB8AC3E}">
        <p14:creationId xmlns:p14="http://schemas.microsoft.com/office/powerpoint/2010/main" val="496007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2931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39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9417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Original)">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3AB19A-BD49-0463-11C4-7C72D26FF995}"/>
              </a:ext>
            </a:extLst>
          </p:cNvPr>
          <p:cNvPicPr>
            <a:picLocks noChangeAspect="1"/>
          </p:cNvPicPr>
          <p:nvPr userDrawn="1"/>
        </p:nvPicPr>
        <p:blipFill rotWithShape="1">
          <a:blip r:embed="rId2" cstate="email">
            <a:alphaModFix amt="7000"/>
            <a:extLst>
              <a:ext uri="{28A0092B-C50C-407E-A947-70E740481C1C}">
                <a14:useLocalDpi xmlns:a14="http://schemas.microsoft.com/office/drawing/2010/main"/>
              </a:ext>
            </a:extLst>
          </a:blip>
          <a:srcRect/>
          <a:stretch/>
        </p:blipFill>
        <p:spPr>
          <a:xfrm>
            <a:off x="-1518" y="33527"/>
            <a:ext cx="7772401" cy="10058400"/>
          </a:xfrm>
          <a:prstGeom prst="rect">
            <a:avLst/>
          </a:prstGeom>
        </p:spPr>
      </p:pic>
      <p:cxnSp>
        <p:nvCxnSpPr>
          <p:cNvPr id="3" name="Straight Connector 2">
            <a:extLst>
              <a:ext uri="{FF2B5EF4-FFF2-40B4-BE49-F238E27FC236}">
                <a16:creationId xmlns:a16="http://schemas.microsoft.com/office/drawing/2014/main" id="{34278F2D-46CD-FE13-F2E6-B70B959FF2FE}"/>
              </a:ext>
            </a:extLst>
          </p:cNvPr>
          <p:cNvCxnSpPr>
            <a:cxnSpLocks/>
          </p:cNvCxnSpPr>
          <p:nvPr userDrawn="1"/>
        </p:nvCxnSpPr>
        <p:spPr>
          <a:xfrm>
            <a:off x="-1" y="10024872"/>
            <a:ext cx="7772401" cy="0"/>
          </a:xfrm>
          <a:prstGeom prst="line">
            <a:avLst/>
          </a:prstGeom>
          <a:ln w="3460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 gear, wheel, clipart&#10;&#10;Description automatically generated">
            <a:extLst>
              <a:ext uri="{FF2B5EF4-FFF2-40B4-BE49-F238E27FC236}">
                <a16:creationId xmlns:a16="http://schemas.microsoft.com/office/drawing/2014/main" id="{12DDE39C-E745-9882-755B-90550D318E3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080274" y="4590035"/>
            <a:ext cx="1608811" cy="878331"/>
          </a:xfrm>
          <a:prstGeom prst="rect">
            <a:avLst/>
          </a:prstGeom>
        </p:spPr>
      </p:pic>
      <p:sp>
        <p:nvSpPr>
          <p:cNvPr id="6" name="TextBox 5">
            <a:extLst>
              <a:ext uri="{FF2B5EF4-FFF2-40B4-BE49-F238E27FC236}">
                <a16:creationId xmlns:a16="http://schemas.microsoft.com/office/drawing/2014/main" id="{A366612E-BB2B-B588-AF43-DEED86FBFB7A}"/>
              </a:ext>
            </a:extLst>
          </p:cNvPr>
          <p:cNvSpPr txBox="1"/>
          <p:nvPr userDrawn="1"/>
        </p:nvSpPr>
        <p:spPr>
          <a:xfrm>
            <a:off x="2801623" y="8458203"/>
            <a:ext cx="2166115" cy="288541"/>
          </a:xfrm>
          <a:prstGeom prst="rect">
            <a:avLst/>
          </a:prstGeom>
          <a:noFill/>
        </p:spPr>
        <p:txBody>
          <a:bodyPr wrap="square" rtlCol="0">
            <a:spAutoFit/>
          </a:bodyPr>
          <a:lstStyle/>
          <a:p>
            <a:pPr algn="ctr"/>
            <a:r>
              <a:rPr lang="en-US" sz="1275">
                <a:solidFill>
                  <a:schemeClr val="accent3"/>
                </a:solidFill>
              </a:rPr>
              <a:t>Think</a:t>
            </a:r>
            <a:r>
              <a:rPr lang="en-US" sz="1275">
                <a:latin typeface="Source Sans Pro Semibold" panose="020B0603030403020204" pitchFamily="34" charset="0"/>
              </a:rPr>
              <a:t>CCIG</a:t>
            </a:r>
            <a:r>
              <a:rPr lang="en-US" sz="1275">
                <a:solidFill>
                  <a:schemeClr val="accent3"/>
                </a:solidFill>
              </a:rPr>
              <a:t>.com</a:t>
            </a:r>
          </a:p>
        </p:txBody>
      </p:sp>
    </p:spTree>
    <p:extLst>
      <p:ext uri="{BB962C8B-B14F-4D97-AF65-F5344CB8AC3E}">
        <p14:creationId xmlns:p14="http://schemas.microsoft.com/office/powerpoint/2010/main" val="1234955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slide simpl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990A3E4-0BDF-56A9-42B7-D1192EDDD891}"/>
              </a:ext>
            </a:extLst>
          </p:cNvPr>
          <p:cNvCxnSpPr>
            <a:cxnSpLocks/>
          </p:cNvCxnSpPr>
          <p:nvPr userDrawn="1"/>
        </p:nvCxnSpPr>
        <p:spPr>
          <a:xfrm>
            <a:off x="-1" y="10024872"/>
            <a:ext cx="7772401" cy="0"/>
          </a:xfrm>
          <a:prstGeom prst="line">
            <a:avLst/>
          </a:prstGeom>
          <a:ln w="3460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text, gear, wheel, clipart&#10;&#10;Description automatically generated">
            <a:extLst>
              <a:ext uri="{FF2B5EF4-FFF2-40B4-BE49-F238E27FC236}">
                <a16:creationId xmlns:a16="http://schemas.microsoft.com/office/drawing/2014/main" id="{D9B550F0-F2E9-2A7D-2A5B-F3E8075DC7D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080275" y="4623561"/>
            <a:ext cx="1608811" cy="878331"/>
          </a:xfrm>
          <a:prstGeom prst="rect">
            <a:avLst/>
          </a:prstGeom>
        </p:spPr>
      </p:pic>
      <p:sp>
        <p:nvSpPr>
          <p:cNvPr id="10" name="TextBox 9">
            <a:extLst>
              <a:ext uri="{FF2B5EF4-FFF2-40B4-BE49-F238E27FC236}">
                <a16:creationId xmlns:a16="http://schemas.microsoft.com/office/drawing/2014/main" id="{3FB17FBE-EF74-B466-E154-54F64DC81596}"/>
              </a:ext>
            </a:extLst>
          </p:cNvPr>
          <p:cNvSpPr txBox="1"/>
          <p:nvPr userDrawn="1"/>
        </p:nvSpPr>
        <p:spPr>
          <a:xfrm>
            <a:off x="2801623" y="8458203"/>
            <a:ext cx="2166115" cy="288541"/>
          </a:xfrm>
          <a:prstGeom prst="rect">
            <a:avLst/>
          </a:prstGeom>
          <a:noFill/>
        </p:spPr>
        <p:txBody>
          <a:bodyPr wrap="square" rtlCol="0">
            <a:spAutoFit/>
          </a:bodyPr>
          <a:lstStyle/>
          <a:p>
            <a:pPr algn="ctr"/>
            <a:r>
              <a:rPr lang="en-US" sz="1275">
                <a:solidFill>
                  <a:schemeClr val="accent3"/>
                </a:solidFill>
              </a:rPr>
              <a:t>Think</a:t>
            </a:r>
            <a:r>
              <a:rPr lang="en-US" sz="1275">
                <a:latin typeface="Source Sans Pro Semibold" panose="020B0603030403020204" pitchFamily="34" charset="0"/>
              </a:rPr>
              <a:t>CCIG</a:t>
            </a:r>
            <a:r>
              <a:rPr lang="en-US" sz="1275">
                <a:solidFill>
                  <a:schemeClr val="accent3"/>
                </a:solidFill>
              </a:rPr>
              <a:t>.com</a:t>
            </a:r>
          </a:p>
        </p:txBody>
      </p:sp>
    </p:spTree>
    <p:extLst>
      <p:ext uri="{BB962C8B-B14F-4D97-AF65-F5344CB8AC3E}">
        <p14:creationId xmlns:p14="http://schemas.microsoft.com/office/powerpoint/2010/main" val="51548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1518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32FA29C-E009-7ADC-623D-D1625CBC04DB}"/>
              </a:ext>
            </a:extLst>
          </p:cNvPr>
          <p:cNvSpPr/>
          <p:nvPr userDrawn="1"/>
        </p:nvSpPr>
        <p:spPr>
          <a:xfrm>
            <a:off x="-981" y="0"/>
            <a:ext cx="7773381" cy="10058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3670601-77C7-C428-0D3A-31311335537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2971309" y="8229600"/>
            <a:ext cx="1828800" cy="506578"/>
          </a:xfrm>
          <a:prstGeom prst="rect">
            <a:avLst/>
          </a:prstGeom>
        </p:spPr>
      </p:pic>
      <p:sp>
        <p:nvSpPr>
          <p:cNvPr id="9" name="Text Placeholder 5">
            <a:extLst>
              <a:ext uri="{FF2B5EF4-FFF2-40B4-BE49-F238E27FC236}">
                <a16:creationId xmlns:a16="http://schemas.microsoft.com/office/drawing/2014/main" id="{A2D1F73C-2C5B-A1FB-721C-7E29E20E22B9}"/>
              </a:ext>
            </a:extLst>
          </p:cNvPr>
          <p:cNvSpPr txBox="1">
            <a:spLocks/>
          </p:cNvSpPr>
          <p:nvPr userDrawn="1"/>
        </p:nvSpPr>
        <p:spPr>
          <a:xfrm>
            <a:off x="2562038" y="9570416"/>
            <a:ext cx="2646362" cy="354012"/>
          </a:xfrm>
          <a:prstGeom prst="rect">
            <a:avLst/>
          </a:prstGeom>
        </p:spPr>
        <p:txBody>
          <a:bodyPr/>
          <a:lstStyle>
            <a:lvl1pPr marL="0" indent="0" algn="l" defTabSz="777240" rtl="0" eaLnBrk="1" latinLnBrk="0" hangingPunct="1">
              <a:lnSpc>
                <a:spcPct val="90000"/>
              </a:lnSpc>
              <a:spcBef>
                <a:spcPts val="850"/>
              </a:spcBef>
              <a:buFont typeface="Arial" panose="020B0604020202020204" pitchFamily="34" charset="0"/>
              <a:buNone/>
              <a:defRPr sz="1400" b="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ctr"/>
            <a:r>
              <a:rPr lang="en-US">
                <a:solidFill>
                  <a:srgbClr val="FFFFFF"/>
                </a:solidFill>
                <a:latin typeface="Source Sans Pro"/>
              </a:rPr>
              <a:t>think</a:t>
            </a:r>
            <a:r>
              <a:rPr lang="en-US">
                <a:solidFill>
                  <a:srgbClr val="8FB24E"/>
                </a:solidFill>
                <a:latin typeface="Source Sans Pro Semibold" panose="020B0603030403020204" pitchFamily="34" charset="0"/>
              </a:rPr>
              <a:t>CCIG</a:t>
            </a:r>
            <a:r>
              <a:rPr lang="en-US">
                <a:solidFill>
                  <a:srgbClr val="FFFFFF"/>
                </a:solidFill>
                <a:latin typeface="Source Sans Pro"/>
              </a:rPr>
              <a:t>.com</a:t>
            </a:r>
          </a:p>
        </p:txBody>
      </p:sp>
    </p:spTree>
    <p:extLst>
      <p:ext uri="{BB962C8B-B14F-4D97-AF65-F5344CB8AC3E}">
        <p14:creationId xmlns:p14="http://schemas.microsoft.com/office/powerpoint/2010/main" val="2760393653"/>
      </p:ext>
    </p:extLst>
  </p:cSld>
  <p:clrMap bg1="lt1" tx1="dk1" bg2="lt2" tx2="dk2" accent1="accent1" accent2="accent2" accent3="accent3" accent4="accent4" accent5="accent5" accent6="accent6" hlink="hlink" folHlink="folHlink"/>
  <p:sldLayoutIdLst>
    <p:sldLayoutId id="2147483665" r:id="rId1"/>
    <p:sldLayoutId id="214748370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936505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701" r:id="rId6"/>
  </p:sldLayoutIdLst>
  <p:txStyles>
    <p:titleStyle>
      <a:lvl1pPr algn="l" defTabSz="582930" rtl="0" eaLnBrk="1" latinLnBrk="0" hangingPunct="1">
        <a:lnSpc>
          <a:spcPct val="90000"/>
        </a:lnSpc>
        <a:spcBef>
          <a:spcPct val="0"/>
        </a:spcBef>
        <a:buNone/>
        <a:defRPr sz="2805" kern="1200">
          <a:solidFill>
            <a:schemeClr val="tx1"/>
          </a:solidFill>
          <a:latin typeface="+mj-lt"/>
          <a:ea typeface="+mj-ea"/>
          <a:cs typeface="+mj-cs"/>
        </a:defRPr>
      </a:lvl1pPr>
    </p:titleStyle>
    <p:bodyStyle>
      <a:lvl1pPr marL="145733" indent="-145733" algn="l" defTabSz="582930" rtl="0" eaLnBrk="1" latinLnBrk="0" hangingPunct="1">
        <a:lnSpc>
          <a:spcPct val="90000"/>
        </a:lnSpc>
        <a:spcBef>
          <a:spcPts val="638"/>
        </a:spcBef>
        <a:buFont typeface="Arial" panose="020B0604020202020204" pitchFamily="34" charset="0"/>
        <a:buChar char="•"/>
        <a:defRPr sz="1785" kern="1200">
          <a:solidFill>
            <a:schemeClr val="tx1"/>
          </a:solidFill>
          <a:latin typeface="+mn-lt"/>
          <a:ea typeface="+mn-ea"/>
          <a:cs typeface="+mn-cs"/>
        </a:defRPr>
      </a:lvl1pPr>
      <a:lvl2pPr marL="437198" indent="-145733" algn="l" defTabSz="582930" rtl="0" eaLnBrk="1" latinLnBrk="0" hangingPunct="1">
        <a:lnSpc>
          <a:spcPct val="90000"/>
        </a:lnSpc>
        <a:spcBef>
          <a:spcPts val="319"/>
        </a:spcBef>
        <a:buFont typeface="Arial" panose="020B0604020202020204" pitchFamily="34" charset="0"/>
        <a:buChar char="•"/>
        <a:defRPr sz="1530" kern="1200">
          <a:solidFill>
            <a:schemeClr val="tx1"/>
          </a:solidFill>
          <a:latin typeface="+mn-lt"/>
          <a:ea typeface="+mn-ea"/>
          <a:cs typeface="+mn-cs"/>
        </a:defRPr>
      </a:lvl2pPr>
      <a:lvl3pPr marL="728663" indent="-145733" algn="l" defTabSz="58293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12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159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05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452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598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745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p:bodyStyle>
    <p:otherStyle>
      <a:defPPr>
        <a:defRPr lang="en-US"/>
      </a:defPPr>
      <a:lvl1pPr marL="0" algn="l" defTabSz="582930" rtl="0" eaLnBrk="1" latinLnBrk="0" hangingPunct="1">
        <a:defRPr sz="1148" kern="1200">
          <a:solidFill>
            <a:schemeClr val="tx1"/>
          </a:solidFill>
          <a:latin typeface="+mn-lt"/>
          <a:ea typeface="+mn-ea"/>
          <a:cs typeface="+mn-cs"/>
        </a:defRPr>
      </a:lvl1pPr>
      <a:lvl2pPr marL="291465" algn="l" defTabSz="582930" rtl="0" eaLnBrk="1" latinLnBrk="0" hangingPunct="1">
        <a:defRPr sz="1148" kern="1200">
          <a:solidFill>
            <a:schemeClr val="tx1"/>
          </a:solidFill>
          <a:latin typeface="+mn-lt"/>
          <a:ea typeface="+mn-ea"/>
          <a:cs typeface="+mn-cs"/>
        </a:defRPr>
      </a:lvl2pPr>
      <a:lvl3pPr marL="582930" algn="l" defTabSz="582930" rtl="0" eaLnBrk="1" latinLnBrk="0" hangingPunct="1">
        <a:defRPr sz="1148" kern="1200">
          <a:solidFill>
            <a:schemeClr val="tx1"/>
          </a:solidFill>
          <a:latin typeface="+mn-lt"/>
          <a:ea typeface="+mn-ea"/>
          <a:cs typeface="+mn-cs"/>
        </a:defRPr>
      </a:lvl3pPr>
      <a:lvl4pPr marL="874395" algn="l" defTabSz="582930" rtl="0" eaLnBrk="1" latinLnBrk="0" hangingPunct="1">
        <a:defRPr sz="1148" kern="1200">
          <a:solidFill>
            <a:schemeClr val="tx1"/>
          </a:solidFill>
          <a:latin typeface="+mn-lt"/>
          <a:ea typeface="+mn-ea"/>
          <a:cs typeface="+mn-cs"/>
        </a:defRPr>
      </a:lvl4pPr>
      <a:lvl5pPr marL="1165860" algn="l" defTabSz="582930" rtl="0" eaLnBrk="1" latinLnBrk="0" hangingPunct="1">
        <a:defRPr sz="1148" kern="1200">
          <a:solidFill>
            <a:schemeClr val="tx1"/>
          </a:solidFill>
          <a:latin typeface="+mn-lt"/>
          <a:ea typeface="+mn-ea"/>
          <a:cs typeface="+mn-cs"/>
        </a:defRPr>
      </a:lvl5pPr>
      <a:lvl6pPr marL="1457325" algn="l" defTabSz="582930" rtl="0" eaLnBrk="1" latinLnBrk="0" hangingPunct="1">
        <a:defRPr sz="1148" kern="1200">
          <a:solidFill>
            <a:schemeClr val="tx1"/>
          </a:solidFill>
          <a:latin typeface="+mn-lt"/>
          <a:ea typeface="+mn-ea"/>
          <a:cs typeface="+mn-cs"/>
        </a:defRPr>
      </a:lvl6pPr>
      <a:lvl7pPr marL="1748790" algn="l" defTabSz="582930" rtl="0" eaLnBrk="1" latinLnBrk="0" hangingPunct="1">
        <a:defRPr sz="1148" kern="1200">
          <a:solidFill>
            <a:schemeClr val="tx1"/>
          </a:solidFill>
          <a:latin typeface="+mn-lt"/>
          <a:ea typeface="+mn-ea"/>
          <a:cs typeface="+mn-cs"/>
        </a:defRPr>
      </a:lvl7pPr>
      <a:lvl8pPr marL="2040255" algn="l" defTabSz="582930" rtl="0" eaLnBrk="1" latinLnBrk="0" hangingPunct="1">
        <a:defRPr sz="1148" kern="1200">
          <a:solidFill>
            <a:schemeClr val="tx1"/>
          </a:solidFill>
          <a:latin typeface="+mn-lt"/>
          <a:ea typeface="+mn-ea"/>
          <a:cs typeface="+mn-cs"/>
        </a:defRPr>
      </a:lvl8pPr>
      <a:lvl9pPr marL="2331720" algn="l" defTabSz="582930" rtl="0" eaLnBrk="1" latinLnBrk="0" hangingPunct="1">
        <a:defRPr sz="114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4649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582930" rtl="0" eaLnBrk="1" latinLnBrk="0" hangingPunct="1">
        <a:lnSpc>
          <a:spcPct val="90000"/>
        </a:lnSpc>
        <a:spcBef>
          <a:spcPct val="0"/>
        </a:spcBef>
        <a:buNone/>
        <a:defRPr sz="2805" kern="1200">
          <a:solidFill>
            <a:schemeClr val="tx1"/>
          </a:solidFill>
          <a:latin typeface="+mj-lt"/>
          <a:ea typeface="+mj-ea"/>
          <a:cs typeface="+mj-cs"/>
        </a:defRPr>
      </a:lvl1pPr>
    </p:titleStyle>
    <p:bodyStyle>
      <a:lvl1pPr marL="145733" indent="-145733" algn="l" defTabSz="582930" rtl="0" eaLnBrk="1" latinLnBrk="0" hangingPunct="1">
        <a:lnSpc>
          <a:spcPct val="90000"/>
        </a:lnSpc>
        <a:spcBef>
          <a:spcPts val="638"/>
        </a:spcBef>
        <a:buFont typeface="Arial" panose="020B0604020202020204" pitchFamily="34" charset="0"/>
        <a:buChar char="•"/>
        <a:defRPr sz="1785" kern="1200">
          <a:solidFill>
            <a:schemeClr val="tx1"/>
          </a:solidFill>
          <a:latin typeface="+mn-lt"/>
          <a:ea typeface="+mn-ea"/>
          <a:cs typeface="+mn-cs"/>
        </a:defRPr>
      </a:lvl1pPr>
      <a:lvl2pPr marL="437198" indent="-145733" algn="l" defTabSz="582930" rtl="0" eaLnBrk="1" latinLnBrk="0" hangingPunct="1">
        <a:lnSpc>
          <a:spcPct val="90000"/>
        </a:lnSpc>
        <a:spcBef>
          <a:spcPts val="319"/>
        </a:spcBef>
        <a:buFont typeface="Arial" panose="020B0604020202020204" pitchFamily="34" charset="0"/>
        <a:buChar char="•"/>
        <a:defRPr sz="1530" kern="1200">
          <a:solidFill>
            <a:schemeClr val="tx1"/>
          </a:solidFill>
          <a:latin typeface="+mn-lt"/>
          <a:ea typeface="+mn-ea"/>
          <a:cs typeface="+mn-cs"/>
        </a:defRPr>
      </a:lvl2pPr>
      <a:lvl3pPr marL="728663" indent="-145733" algn="l" defTabSz="58293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12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159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05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452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598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745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p:bodyStyle>
    <p:otherStyle>
      <a:defPPr>
        <a:defRPr lang="en-US"/>
      </a:defPPr>
      <a:lvl1pPr marL="0" algn="l" defTabSz="582930" rtl="0" eaLnBrk="1" latinLnBrk="0" hangingPunct="1">
        <a:defRPr sz="1148" kern="1200">
          <a:solidFill>
            <a:schemeClr val="tx1"/>
          </a:solidFill>
          <a:latin typeface="+mn-lt"/>
          <a:ea typeface="+mn-ea"/>
          <a:cs typeface="+mn-cs"/>
        </a:defRPr>
      </a:lvl1pPr>
      <a:lvl2pPr marL="291465" algn="l" defTabSz="582930" rtl="0" eaLnBrk="1" latinLnBrk="0" hangingPunct="1">
        <a:defRPr sz="1148" kern="1200">
          <a:solidFill>
            <a:schemeClr val="tx1"/>
          </a:solidFill>
          <a:latin typeface="+mn-lt"/>
          <a:ea typeface="+mn-ea"/>
          <a:cs typeface="+mn-cs"/>
        </a:defRPr>
      </a:lvl2pPr>
      <a:lvl3pPr marL="582930" algn="l" defTabSz="582930" rtl="0" eaLnBrk="1" latinLnBrk="0" hangingPunct="1">
        <a:defRPr sz="1148" kern="1200">
          <a:solidFill>
            <a:schemeClr val="tx1"/>
          </a:solidFill>
          <a:latin typeface="+mn-lt"/>
          <a:ea typeface="+mn-ea"/>
          <a:cs typeface="+mn-cs"/>
        </a:defRPr>
      </a:lvl3pPr>
      <a:lvl4pPr marL="874395" algn="l" defTabSz="582930" rtl="0" eaLnBrk="1" latinLnBrk="0" hangingPunct="1">
        <a:defRPr sz="1148" kern="1200">
          <a:solidFill>
            <a:schemeClr val="tx1"/>
          </a:solidFill>
          <a:latin typeface="+mn-lt"/>
          <a:ea typeface="+mn-ea"/>
          <a:cs typeface="+mn-cs"/>
        </a:defRPr>
      </a:lvl4pPr>
      <a:lvl5pPr marL="1165860" algn="l" defTabSz="582930" rtl="0" eaLnBrk="1" latinLnBrk="0" hangingPunct="1">
        <a:defRPr sz="1148" kern="1200">
          <a:solidFill>
            <a:schemeClr val="tx1"/>
          </a:solidFill>
          <a:latin typeface="+mn-lt"/>
          <a:ea typeface="+mn-ea"/>
          <a:cs typeface="+mn-cs"/>
        </a:defRPr>
      </a:lvl5pPr>
      <a:lvl6pPr marL="1457325" algn="l" defTabSz="582930" rtl="0" eaLnBrk="1" latinLnBrk="0" hangingPunct="1">
        <a:defRPr sz="1148" kern="1200">
          <a:solidFill>
            <a:schemeClr val="tx1"/>
          </a:solidFill>
          <a:latin typeface="+mn-lt"/>
          <a:ea typeface="+mn-ea"/>
          <a:cs typeface="+mn-cs"/>
        </a:defRPr>
      </a:lvl6pPr>
      <a:lvl7pPr marL="1748790" algn="l" defTabSz="582930" rtl="0" eaLnBrk="1" latinLnBrk="0" hangingPunct="1">
        <a:defRPr sz="1148" kern="1200">
          <a:solidFill>
            <a:schemeClr val="tx1"/>
          </a:solidFill>
          <a:latin typeface="+mn-lt"/>
          <a:ea typeface="+mn-ea"/>
          <a:cs typeface="+mn-cs"/>
        </a:defRPr>
      </a:lvl7pPr>
      <a:lvl8pPr marL="2040255" algn="l" defTabSz="582930" rtl="0" eaLnBrk="1" latinLnBrk="0" hangingPunct="1">
        <a:defRPr sz="1148" kern="1200">
          <a:solidFill>
            <a:schemeClr val="tx1"/>
          </a:solidFill>
          <a:latin typeface="+mn-lt"/>
          <a:ea typeface="+mn-ea"/>
          <a:cs typeface="+mn-cs"/>
        </a:defRPr>
      </a:lvl8pPr>
      <a:lvl9pPr marL="2331720" algn="l" defTabSz="582930" rtl="0" eaLnBrk="1" latinLnBrk="0" hangingPunct="1">
        <a:defRPr sz="114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hyperlink" Target="resources.thinkccig.com/capabilities/smb" TargetMode="External"/><Relationship Id="rId5" Type="http://schemas.openxmlformats.org/officeDocument/2006/relationships/hyperlink" Target="resources.thinkccig.com/capabilities/SMB"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hyperlink" Target="resources.thinkccig.com/capabilities/smb" TargetMode="External"/><Relationship Id="rId5" Type="http://schemas.openxmlformats.org/officeDocument/2006/relationships/hyperlink" Target="resources.thinkccig.com/capabilities/SMB" TargetMode="Externa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hyperlink" Target="resources.thinkccig.com/capabilities/smb" TargetMode="External"/><Relationship Id="rId5" Type="http://schemas.openxmlformats.org/officeDocument/2006/relationships/hyperlink" Target="resources.thinkccig.com/capabilities/SMB"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alpha val="25000"/>
          </a:schemeClr>
        </a:solidFill>
        <a:effectLst/>
      </p:bgPr>
    </p:bg>
    <p:spTree>
      <p:nvGrpSpPr>
        <p:cNvPr id="1" name="">
          <a:extLst>
            <a:ext uri="{FF2B5EF4-FFF2-40B4-BE49-F238E27FC236}">
              <a16:creationId xmlns:a16="http://schemas.microsoft.com/office/drawing/2014/main" id="{6BEF6307-9C3A-7446-5C5A-A8F6CE8E2F66}"/>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6933B994-F08C-16F3-BAA9-22F6865383DF}"/>
              </a:ext>
            </a:extLst>
          </p:cNvPr>
          <p:cNvSpPr/>
          <p:nvPr/>
        </p:nvSpPr>
        <p:spPr>
          <a:xfrm>
            <a:off x="-981" y="2083794"/>
            <a:ext cx="7773382" cy="75167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1C3CEF4-A832-3DB8-6515-A03EA70268B3}"/>
              </a:ext>
            </a:extLst>
          </p:cNvPr>
          <p:cNvPicPr>
            <a:picLocks noChangeAspect="1"/>
          </p:cNvPicPr>
          <p:nvPr/>
        </p:nvPicPr>
        <p:blipFill>
          <a:blip r:embed="rId2">
            <a:extLst>
              <a:ext uri="{28A0092B-C50C-407E-A947-70E740481C1C}">
                <a14:useLocalDpi xmlns:a14="http://schemas.microsoft.com/office/drawing/2010/main" val="0"/>
              </a:ext>
            </a:extLst>
          </a:blip>
          <a:srcRect t="16180" b="38368"/>
          <a:stretch>
            <a:fillRect/>
          </a:stretch>
        </p:blipFill>
        <p:spPr>
          <a:xfrm>
            <a:off x="0" y="680755"/>
            <a:ext cx="7772400" cy="1403039"/>
          </a:xfrm>
          <a:prstGeom prst="rect">
            <a:avLst/>
          </a:prstGeom>
        </p:spPr>
      </p:pic>
      <p:sp>
        <p:nvSpPr>
          <p:cNvPr id="19" name="Rectangle 18">
            <a:extLst>
              <a:ext uri="{FF2B5EF4-FFF2-40B4-BE49-F238E27FC236}">
                <a16:creationId xmlns:a16="http://schemas.microsoft.com/office/drawing/2014/main" id="{F8A191C2-BE00-FD49-402E-6CBA01E9CB85}"/>
              </a:ext>
            </a:extLst>
          </p:cNvPr>
          <p:cNvSpPr/>
          <p:nvPr/>
        </p:nvSpPr>
        <p:spPr>
          <a:xfrm>
            <a:off x="0" y="590525"/>
            <a:ext cx="7772401" cy="1493269"/>
          </a:xfrm>
          <a:prstGeom prst="rect">
            <a:avLst/>
          </a:prstGeom>
          <a:solidFill>
            <a:schemeClr val="tx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ource Sans 3"/>
            </a:endParaRPr>
          </a:p>
        </p:txBody>
      </p:sp>
      <p:sp>
        <p:nvSpPr>
          <p:cNvPr id="4" name="Rectangle 3">
            <a:extLst>
              <a:ext uri="{FF2B5EF4-FFF2-40B4-BE49-F238E27FC236}">
                <a16:creationId xmlns:a16="http://schemas.microsoft.com/office/drawing/2014/main" id="{E26DFC9E-8DE3-87E9-C3D5-FD35BF70C11E}"/>
              </a:ext>
            </a:extLst>
          </p:cNvPr>
          <p:cNvSpPr/>
          <p:nvPr/>
        </p:nvSpPr>
        <p:spPr>
          <a:xfrm>
            <a:off x="-981" y="0"/>
            <a:ext cx="7773381"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E3AAAD4-B552-87D9-0DE5-21657BC2ED8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8001" y="152933"/>
            <a:ext cx="1371600" cy="379934"/>
          </a:xfrm>
          <a:prstGeom prst="rect">
            <a:avLst/>
          </a:prstGeom>
        </p:spPr>
      </p:pic>
      <p:sp>
        <p:nvSpPr>
          <p:cNvPr id="40" name="Rectangle 39">
            <a:extLst>
              <a:ext uri="{FF2B5EF4-FFF2-40B4-BE49-F238E27FC236}">
                <a16:creationId xmlns:a16="http://schemas.microsoft.com/office/drawing/2014/main" id="{B952978D-4E6B-28C0-85FA-2CB035B671B1}"/>
              </a:ext>
            </a:extLst>
          </p:cNvPr>
          <p:cNvSpPr/>
          <p:nvPr/>
        </p:nvSpPr>
        <p:spPr>
          <a:xfrm>
            <a:off x="-981" y="9601200"/>
            <a:ext cx="7773381"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5">
            <a:extLst>
              <a:ext uri="{FF2B5EF4-FFF2-40B4-BE49-F238E27FC236}">
                <a16:creationId xmlns:a16="http://schemas.microsoft.com/office/drawing/2014/main" id="{B4C7F2F2-D7D5-F990-BD0F-1CA8428FCFE7}"/>
              </a:ext>
            </a:extLst>
          </p:cNvPr>
          <p:cNvSpPr txBox="1">
            <a:spLocks/>
          </p:cNvSpPr>
          <p:nvPr/>
        </p:nvSpPr>
        <p:spPr>
          <a:xfrm>
            <a:off x="2562528" y="9704388"/>
            <a:ext cx="2646362" cy="354012"/>
          </a:xfrm>
          <a:prstGeom prst="rect">
            <a:avLst/>
          </a:prstGeom>
        </p:spPr>
        <p:txBody>
          <a:bodyPr/>
          <a:lstStyle>
            <a:lvl1pPr marL="0" indent="0" algn="l" defTabSz="777240" rtl="0" eaLnBrk="1" latinLnBrk="0" hangingPunct="1">
              <a:lnSpc>
                <a:spcPct val="90000"/>
              </a:lnSpc>
              <a:spcBef>
                <a:spcPts val="850"/>
              </a:spcBef>
              <a:buFont typeface="Arial" panose="020B0604020202020204" pitchFamily="34" charset="0"/>
              <a:buNone/>
              <a:defRPr sz="1400" b="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ctr"/>
            <a:r>
              <a:rPr lang="en-US" sz="1200">
                <a:solidFill>
                  <a:schemeClr val="bg1"/>
                </a:solidFill>
              </a:rPr>
              <a:t>think</a:t>
            </a:r>
            <a:r>
              <a:rPr lang="en-US" sz="1200">
                <a:solidFill>
                  <a:schemeClr val="accent3"/>
                </a:solidFill>
                <a:latin typeface="Source Sans Pro Semibold" panose="020B0603030403020204" pitchFamily="34" charset="0"/>
              </a:rPr>
              <a:t>CCIG</a:t>
            </a:r>
            <a:r>
              <a:rPr lang="en-US" sz="1200">
                <a:solidFill>
                  <a:schemeClr val="bg1"/>
                </a:solidFill>
              </a:rPr>
              <a:t>.com</a:t>
            </a:r>
          </a:p>
        </p:txBody>
      </p:sp>
      <p:sp>
        <p:nvSpPr>
          <p:cNvPr id="17" name="TextBox 16">
            <a:extLst>
              <a:ext uri="{FF2B5EF4-FFF2-40B4-BE49-F238E27FC236}">
                <a16:creationId xmlns:a16="http://schemas.microsoft.com/office/drawing/2014/main" id="{17A07EA9-EE36-9049-A2E8-413AED058B68}"/>
              </a:ext>
            </a:extLst>
          </p:cNvPr>
          <p:cNvSpPr txBox="1"/>
          <p:nvPr/>
        </p:nvSpPr>
        <p:spPr>
          <a:xfrm>
            <a:off x="1556897" y="1065484"/>
            <a:ext cx="4646484" cy="646331"/>
          </a:xfrm>
          <a:prstGeom prst="rect">
            <a:avLst/>
          </a:prstGeom>
          <a:noFill/>
        </p:spPr>
        <p:txBody>
          <a:bodyPr wrap="square" rtlCol="0">
            <a:spAutoFit/>
          </a:bodyPr>
          <a:lstStyle/>
          <a:p>
            <a:pPr algn="ctr"/>
            <a:r>
              <a:rPr lang="en-US" b="1" i="1" spc="100">
                <a:solidFill>
                  <a:schemeClr val="bg2"/>
                </a:solidFill>
                <a:latin typeface="+mj-lt"/>
              </a:rPr>
              <a:t>Empowering Your Future with Tailored Risk Management Solutions</a:t>
            </a:r>
          </a:p>
        </p:txBody>
      </p:sp>
      <p:sp>
        <p:nvSpPr>
          <p:cNvPr id="26" name="TextBox 25">
            <a:extLst>
              <a:ext uri="{FF2B5EF4-FFF2-40B4-BE49-F238E27FC236}">
                <a16:creationId xmlns:a16="http://schemas.microsoft.com/office/drawing/2014/main" id="{9B01760A-CA23-F3EA-A941-6EA83F85515A}"/>
              </a:ext>
            </a:extLst>
          </p:cNvPr>
          <p:cNvSpPr txBox="1"/>
          <p:nvPr/>
        </p:nvSpPr>
        <p:spPr>
          <a:xfrm>
            <a:off x="2278809" y="2402150"/>
            <a:ext cx="5029201" cy="1954381"/>
          </a:xfrm>
          <a:prstGeom prst="rect">
            <a:avLst/>
          </a:prstGeom>
          <a:noFill/>
        </p:spPr>
        <p:txBody>
          <a:bodyPr wrap="square">
            <a:spAutoFit/>
          </a:bodyPr>
          <a:lstStyle/>
          <a:p>
            <a:r>
              <a:rPr lang="en-US" sz="1100">
                <a:solidFill>
                  <a:srgbClr val="333333"/>
                </a:solidFill>
                <a:latin typeface="Source Sans 3"/>
              </a:rPr>
              <a:t>Kevin Shafer is a Senior Advisor at CCIG who specializes in building data-informed insurance programs tailored to each client’s unique needs. With a focus on real estate, he takes a highly methodical approach to understanding each client’s risk appetite and long-term goals. </a:t>
            </a:r>
          </a:p>
          <a:p>
            <a:endParaRPr lang="en-US" sz="1100">
              <a:solidFill>
                <a:srgbClr val="333333"/>
              </a:solidFill>
              <a:latin typeface="Source Sans 3"/>
            </a:endParaRPr>
          </a:p>
          <a:p>
            <a:r>
              <a:rPr lang="en-US" sz="1100">
                <a:solidFill>
                  <a:srgbClr val="333333"/>
                </a:solidFill>
                <a:latin typeface="Source Sans 3"/>
              </a:rPr>
              <a:t>Since joining CCIG in 2021, he has advanced through roles in account service, marketing analysis, and advisory, building hands-on experience across renewals, carrier strategy, proposal development, claims trend analysis, and client communications. In his current role, he works closely with clients, internal teams, and carrier partners to identify coverage gaps and implement risk strategy initiatives designed to strengthen overall program performance.</a:t>
            </a:r>
          </a:p>
        </p:txBody>
      </p:sp>
      <p:grpSp>
        <p:nvGrpSpPr>
          <p:cNvPr id="27" name="Group 26">
            <a:extLst>
              <a:ext uri="{FF2B5EF4-FFF2-40B4-BE49-F238E27FC236}">
                <a16:creationId xmlns:a16="http://schemas.microsoft.com/office/drawing/2014/main" id="{93448287-202E-2356-73A6-6815E8378115}"/>
              </a:ext>
            </a:extLst>
          </p:cNvPr>
          <p:cNvGrpSpPr/>
          <p:nvPr/>
        </p:nvGrpSpPr>
        <p:grpSpPr>
          <a:xfrm>
            <a:off x="76651" y="2366153"/>
            <a:ext cx="1886016" cy="2072136"/>
            <a:chOff x="416428" y="3745284"/>
            <a:chExt cx="1886016" cy="2072136"/>
          </a:xfrm>
        </p:grpSpPr>
        <p:pic>
          <p:nvPicPr>
            <p:cNvPr id="15" name="Picture 14">
              <a:extLst>
                <a:ext uri="{FF2B5EF4-FFF2-40B4-BE49-F238E27FC236}">
                  <a16:creationId xmlns:a16="http://schemas.microsoft.com/office/drawing/2014/main" id="{D1184547-C5F8-C222-C20B-938251EB5C5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56918" y="3745284"/>
              <a:ext cx="1097278" cy="1097278"/>
            </a:xfrm>
            <a:prstGeom prst="rect">
              <a:avLst/>
            </a:prstGeom>
            <a:effectLst/>
          </p:spPr>
        </p:pic>
        <p:sp>
          <p:nvSpPr>
            <p:cNvPr id="20" name="TextBox 19">
              <a:extLst>
                <a:ext uri="{FF2B5EF4-FFF2-40B4-BE49-F238E27FC236}">
                  <a16:creationId xmlns:a16="http://schemas.microsoft.com/office/drawing/2014/main" id="{ADE777F6-B8CC-7A4F-88A5-EA0C5FC01FB0}"/>
                </a:ext>
              </a:extLst>
            </p:cNvPr>
            <p:cNvSpPr txBox="1"/>
            <p:nvPr/>
          </p:nvSpPr>
          <p:spPr>
            <a:xfrm>
              <a:off x="418025" y="4922148"/>
              <a:ext cx="1845661" cy="307777"/>
            </a:xfrm>
            <a:prstGeom prst="rect">
              <a:avLst/>
            </a:prstGeom>
            <a:noFill/>
          </p:spPr>
          <p:txBody>
            <a:bodyPr wrap="square" rtlCol="0">
              <a:spAutoFit/>
            </a:bodyPr>
            <a:lstStyle/>
            <a:p>
              <a:pPr algn="r"/>
              <a:r>
                <a:rPr lang="en-US" sz="1400">
                  <a:solidFill>
                    <a:schemeClr val="accent5"/>
                  </a:solidFill>
                  <a:latin typeface="Playfair Display Bold italic" panose="00000800000000000000" pitchFamily="2" charset="0"/>
                </a:rPr>
                <a:t>Kevin Shafer</a:t>
              </a:r>
            </a:p>
          </p:txBody>
        </p:sp>
        <p:sp>
          <p:nvSpPr>
            <p:cNvPr id="21" name="TextBox 20">
              <a:extLst>
                <a:ext uri="{FF2B5EF4-FFF2-40B4-BE49-F238E27FC236}">
                  <a16:creationId xmlns:a16="http://schemas.microsoft.com/office/drawing/2014/main" id="{6DC7AC43-4058-3635-9BFB-5376996E687A}"/>
                </a:ext>
              </a:extLst>
            </p:cNvPr>
            <p:cNvSpPr txBox="1"/>
            <p:nvPr/>
          </p:nvSpPr>
          <p:spPr>
            <a:xfrm>
              <a:off x="418025" y="5148006"/>
              <a:ext cx="1845662" cy="261610"/>
            </a:xfrm>
            <a:prstGeom prst="rect">
              <a:avLst/>
            </a:prstGeom>
            <a:noFill/>
          </p:spPr>
          <p:txBody>
            <a:bodyPr wrap="square" rtlCol="0">
              <a:spAutoFit/>
            </a:bodyPr>
            <a:lstStyle/>
            <a:p>
              <a:pPr algn="r"/>
              <a:r>
                <a:rPr lang="en-US" sz="1100">
                  <a:solidFill>
                    <a:schemeClr val="accent4"/>
                  </a:solidFill>
                  <a:latin typeface="Source Sans Pro Semibold" panose="020B0603030403020204" pitchFamily="34" charset="0"/>
                  <a:ea typeface="Source Sans Pro Semibold" panose="020B0603030403020204" pitchFamily="34" charset="0"/>
                </a:rPr>
                <a:t>Senior Insurance Advisor</a:t>
              </a:r>
              <a:endParaRPr lang="en-US" sz="1600">
                <a:solidFill>
                  <a:schemeClr val="accent4"/>
                </a:solidFill>
                <a:latin typeface="Source Sans Pro Semibold" panose="020B0603030403020204" pitchFamily="34" charset="0"/>
                <a:ea typeface="Source Sans Pro Semibold" panose="020B0603030403020204" pitchFamily="34" charset="0"/>
              </a:endParaRPr>
            </a:p>
          </p:txBody>
        </p:sp>
        <p:sp>
          <p:nvSpPr>
            <p:cNvPr id="22" name="TextBox 21">
              <a:extLst>
                <a:ext uri="{FF2B5EF4-FFF2-40B4-BE49-F238E27FC236}">
                  <a16:creationId xmlns:a16="http://schemas.microsoft.com/office/drawing/2014/main" id="{DE95CDBC-84F4-2132-BA74-F4B69A9C39B2}"/>
                </a:ext>
              </a:extLst>
            </p:cNvPr>
            <p:cNvSpPr txBox="1"/>
            <p:nvPr/>
          </p:nvSpPr>
          <p:spPr>
            <a:xfrm>
              <a:off x="416428" y="5401922"/>
              <a:ext cx="1886016" cy="415498"/>
            </a:xfrm>
            <a:prstGeom prst="rect">
              <a:avLst/>
            </a:prstGeom>
            <a:noFill/>
          </p:spPr>
          <p:txBody>
            <a:bodyPr wrap="square" rtlCol="0">
              <a:spAutoFit/>
            </a:bodyPr>
            <a:lstStyle/>
            <a:p>
              <a:pPr algn="r"/>
              <a:r>
                <a:rPr lang="en-US" sz="1050">
                  <a:solidFill>
                    <a:srgbClr val="333333"/>
                  </a:solidFill>
                </a:rPr>
                <a:t>(720)-330-7924</a:t>
              </a:r>
            </a:p>
            <a:p>
              <a:pPr algn="r"/>
              <a:r>
                <a:rPr lang="en-US" sz="1050" b="1">
                  <a:solidFill>
                    <a:schemeClr val="accent5"/>
                  </a:solidFill>
                </a:rPr>
                <a:t>kevin.shafer@thinkccig.com</a:t>
              </a:r>
              <a:endParaRPr lang="en-US" sz="1400" b="1">
                <a:solidFill>
                  <a:schemeClr val="accent5"/>
                </a:solidFill>
              </a:endParaRPr>
            </a:p>
          </p:txBody>
        </p:sp>
      </p:grpSp>
      <p:grpSp>
        <p:nvGrpSpPr>
          <p:cNvPr id="2" name="Group 1">
            <a:extLst>
              <a:ext uri="{FF2B5EF4-FFF2-40B4-BE49-F238E27FC236}">
                <a16:creationId xmlns:a16="http://schemas.microsoft.com/office/drawing/2014/main" id="{CAB0E857-D0F2-7917-67BD-42F58AD122A1}"/>
              </a:ext>
            </a:extLst>
          </p:cNvPr>
          <p:cNvGrpSpPr/>
          <p:nvPr/>
        </p:nvGrpSpPr>
        <p:grpSpPr>
          <a:xfrm>
            <a:off x="218001" y="4739868"/>
            <a:ext cx="7554399" cy="4571823"/>
            <a:chOff x="218001" y="4739868"/>
            <a:chExt cx="7554399" cy="4571823"/>
          </a:xfrm>
        </p:grpSpPr>
        <p:sp>
          <p:nvSpPr>
            <p:cNvPr id="61" name="Rectangle: Rounded Corners 60">
              <a:extLst>
                <a:ext uri="{FF2B5EF4-FFF2-40B4-BE49-F238E27FC236}">
                  <a16:creationId xmlns:a16="http://schemas.microsoft.com/office/drawing/2014/main" id="{7A69540E-1E80-8CFA-EB72-B1389801653F}"/>
                </a:ext>
              </a:extLst>
            </p:cNvPr>
            <p:cNvSpPr/>
            <p:nvPr/>
          </p:nvSpPr>
          <p:spPr>
            <a:xfrm>
              <a:off x="218001" y="5270523"/>
              <a:ext cx="7315200" cy="3491877"/>
            </a:xfrm>
            <a:prstGeom prst="roundRect">
              <a:avLst>
                <a:gd name="adj" fmla="val 0"/>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274320" rtlCol="0" anchor="t"/>
            <a:lstStyle/>
            <a:p>
              <a:pPr algn="just">
                <a:lnSpc>
                  <a:spcPct val="105000"/>
                </a:lnSpc>
              </a:pPr>
              <a:endParaRPr lang="en-US" sz="1050">
                <a:solidFill>
                  <a:srgbClr val="333333"/>
                </a:solidFill>
              </a:endParaRPr>
            </a:p>
          </p:txBody>
        </p:sp>
        <p:sp>
          <p:nvSpPr>
            <p:cNvPr id="52" name="Rectangle: Top Corners Rounded 51">
              <a:extLst>
                <a:ext uri="{FF2B5EF4-FFF2-40B4-BE49-F238E27FC236}">
                  <a16:creationId xmlns:a16="http://schemas.microsoft.com/office/drawing/2014/main" id="{C3A380DC-729F-0BAE-19D3-E3B4A10044B0}"/>
                </a:ext>
              </a:extLst>
            </p:cNvPr>
            <p:cNvSpPr/>
            <p:nvPr/>
          </p:nvSpPr>
          <p:spPr>
            <a:xfrm>
              <a:off x="218001" y="4739868"/>
              <a:ext cx="7315200" cy="548640"/>
            </a:xfrm>
            <a:prstGeom prst="round2SameRect">
              <a:avLst>
                <a:gd name="adj1" fmla="val 6250"/>
                <a:gd name="adj2" fmla="val 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Top Corners Rounded 9">
              <a:hlinkClick r:id="rId5"/>
              <a:extLst>
                <a:ext uri="{FF2B5EF4-FFF2-40B4-BE49-F238E27FC236}">
                  <a16:creationId xmlns:a16="http://schemas.microsoft.com/office/drawing/2014/main" id="{8FF620B8-A926-5E07-C904-577C30252AA0}"/>
                </a:ext>
              </a:extLst>
            </p:cNvPr>
            <p:cNvSpPr/>
            <p:nvPr/>
          </p:nvSpPr>
          <p:spPr>
            <a:xfrm>
              <a:off x="218001" y="8763051"/>
              <a:ext cx="7315200" cy="548640"/>
            </a:xfrm>
            <a:prstGeom prst="round2SameRect">
              <a:avLst>
                <a:gd name="adj1" fmla="val 0"/>
                <a:gd name="adj2" fmla="val 625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bIns="91440" rtlCol="0" anchor="t"/>
            <a:lstStyle/>
            <a:p>
              <a:pPr algn="ctr"/>
              <a:r>
                <a:rPr lang="en-US" sz="1100" spc="100">
                  <a:solidFill>
                    <a:schemeClr val="bg2"/>
                  </a:solidFill>
                  <a:latin typeface="Source Sans Pro Bold" panose="020B0703030403020204" pitchFamily="34" charset="0"/>
                </a:rPr>
                <a:t>LEARN MORE</a:t>
              </a:r>
            </a:p>
            <a:p>
              <a:pPr algn="ctr"/>
              <a:r>
                <a:rPr lang="en-US" sz="1000">
                  <a:solidFill>
                    <a:schemeClr val="tx1"/>
                  </a:solidFill>
                  <a:latin typeface="Source Sans Pro Semibold" panose="020B0603030403020204" pitchFamily="34" charset="0"/>
                </a:rPr>
                <a:t>Visit </a:t>
              </a:r>
              <a:r>
                <a:rPr lang="en-US" sz="1000" u="sng">
                  <a:solidFill>
                    <a:schemeClr val="tx1"/>
                  </a:solidFill>
                  <a:latin typeface="Source Sans Pro Semibold" panose="020B0603030403020204" pitchFamily="34" charset="0"/>
                  <a:hlinkClick r:id="rId6">
                    <a:extLst>
                      <a:ext uri="{A12FA001-AC4F-418D-AE19-62706E023703}">
                        <ahyp:hlinkClr xmlns:ahyp="http://schemas.microsoft.com/office/drawing/2018/hyperlinkcolor" val="tx"/>
                      </a:ext>
                    </a:extLst>
                  </a:hlinkClick>
                </a:rPr>
                <a:t>resources.thinkccig.com/capabilities/</a:t>
              </a:r>
              <a:r>
                <a:rPr lang="en-US" sz="1000" u="sng" err="1">
                  <a:solidFill>
                    <a:schemeClr val="tx1"/>
                  </a:solidFill>
                  <a:latin typeface="Source Sans Pro Semibold" panose="020B0603030403020204" pitchFamily="34" charset="0"/>
                  <a:hlinkClick r:id="rId6">
                    <a:extLst>
                      <a:ext uri="{A12FA001-AC4F-418D-AE19-62706E023703}">
                        <ahyp:hlinkClr xmlns:ahyp="http://schemas.microsoft.com/office/drawing/2018/hyperlinkcolor" val="tx"/>
                      </a:ext>
                    </a:extLst>
                  </a:hlinkClick>
                </a:rPr>
                <a:t>smb</a:t>
              </a:r>
              <a:endParaRPr lang="en-US" sz="1000" u="sng">
                <a:solidFill>
                  <a:schemeClr val="tx1"/>
                </a:solidFill>
                <a:latin typeface="Source Sans Pro Semibold" panose="020B0603030403020204" pitchFamily="34" charset="0"/>
              </a:endParaRPr>
            </a:p>
          </p:txBody>
        </p:sp>
        <p:sp>
          <p:nvSpPr>
            <p:cNvPr id="18" name="TextBox 17">
              <a:extLst>
                <a:ext uri="{FF2B5EF4-FFF2-40B4-BE49-F238E27FC236}">
                  <a16:creationId xmlns:a16="http://schemas.microsoft.com/office/drawing/2014/main" id="{8123902F-A585-4A4F-0375-2C0948978933}"/>
                </a:ext>
              </a:extLst>
            </p:cNvPr>
            <p:cNvSpPr txBox="1"/>
            <p:nvPr/>
          </p:nvSpPr>
          <p:spPr>
            <a:xfrm>
              <a:off x="239199" y="4874947"/>
              <a:ext cx="7294004" cy="292388"/>
            </a:xfrm>
            <a:prstGeom prst="rect">
              <a:avLst/>
            </a:prstGeom>
            <a:noFill/>
          </p:spPr>
          <p:txBody>
            <a:bodyPr wrap="square" rtlCol="0">
              <a:spAutoFit/>
            </a:bodyPr>
            <a:lstStyle/>
            <a:p>
              <a:pPr algn="ctr"/>
              <a:r>
                <a:rPr lang="en-US" sz="1300" spc="100">
                  <a:solidFill>
                    <a:schemeClr val="bg2"/>
                  </a:solidFill>
                  <a:latin typeface="Source Sans Pro Semibold" panose="020B0603030403020204" pitchFamily="34" charset="0"/>
                </a:rPr>
                <a:t>INSURANCE FOR SMALL AND MID-SIZED BUSINESSES</a:t>
              </a:r>
            </a:p>
          </p:txBody>
        </p:sp>
        <p:pic>
          <p:nvPicPr>
            <p:cNvPr id="7" name="Picture 6">
              <a:extLst>
                <a:ext uri="{FF2B5EF4-FFF2-40B4-BE49-F238E27FC236}">
                  <a16:creationId xmlns:a16="http://schemas.microsoft.com/office/drawing/2014/main" id="{C9283B23-9194-D690-6249-6AB7A0A45801}"/>
                </a:ext>
              </a:extLst>
            </p:cNvPr>
            <p:cNvPicPr>
              <a:picLocks noChangeAspect="1"/>
            </p:cNvPicPr>
            <p:nvPr/>
          </p:nvPicPr>
          <p:blipFill>
            <a:blip r:embed="rId7">
              <a:alphaModFix amt="25000"/>
              <a:extLst>
                <a:ext uri="{28A0092B-C50C-407E-A947-70E740481C1C}">
                  <a14:useLocalDpi xmlns:a14="http://schemas.microsoft.com/office/drawing/2010/main" val="0"/>
                </a:ext>
              </a:extLst>
            </a:blip>
            <a:srcRect/>
            <a:stretch/>
          </p:blipFill>
          <p:spPr>
            <a:xfrm>
              <a:off x="1775022" y="5463149"/>
              <a:ext cx="4221373" cy="3146419"/>
            </a:xfrm>
            <a:prstGeom prst="rect">
              <a:avLst/>
            </a:prstGeom>
          </p:spPr>
        </p:pic>
        <p:grpSp>
          <p:nvGrpSpPr>
            <p:cNvPr id="8" name="Group 7">
              <a:extLst>
                <a:ext uri="{FF2B5EF4-FFF2-40B4-BE49-F238E27FC236}">
                  <a16:creationId xmlns:a16="http://schemas.microsoft.com/office/drawing/2014/main" id="{C3E4B9D7-2700-81F5-B1D1-4DF70CEDF9C3}"/>
                </a:ext>
              </a:extLst>
            </p:cNvPr>
            <p:cNvGrpSpPr/>
            <p:nvPr/>
          </p:nvGrpSpPr>
          <p:grpSpPr>
            <a:xfrm>
              <a:off x="536922" y="5358090"/>
              <a:ext cx="7235478" cy="3235791"/>
              <a:chOff x="367336" y="5402428"/>
              <a:chExt cx="7235478" cy="3235791"/>
            </a:xfrm>
          </p:grpSpPr>
          <p:sp>
            <p:nvSpPr>
              <p:cNvPr id="23" name="Rectangle: Rounded Corners 22">
                <a:extLst>
                  <a:ext uri="{FF2B5EF4-FFF2-40B4-BE49-F238E27FC236}">
                    <a16:creationId xmlns:a16="http://schemas.microsoft.com/office/drawing/2014/main" id="{794564FE-6707-02D9-8042-215EBCE04144}"/>
                  </a:ext>
                </a:extLst>
              </p:cNvPr>
              <p:cNvSpPr/>
              <p:nvPr/>
            </p:nvSpPr>
            <p:spPr>
              <a:xfrm>
                <a:off x="4105108" y="7004365"/>
                <a:ext cx="2912408" cy="1633854"/>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Claims Advocacy</a:t>
                </a:r>
              </a:p>
              <a:p>
                <a:pPr marL="171450" indent="-171450">
                  <a:lnSpc>
                    <a:spcPct val="150000"/>
                  </a:lnSpc>
                  <a:buFont typeface="Wingdings" panose="05000000000000000000" pitchFamily="2" charset="2"/>
                  <a:buChar char="§"/>
                </a:pPr>
                <a:r>
                  <a:rPr lang="en-US" sz="1100">
                    <a:solidFill>
                      <a:srgbClr val="333333"/>
                    </a:solidFill>
                  </a:rPr>
                  <a:t>Guidance through the claims process</a:t>
                </a:r>
              </a:p>
              <a:p>
                <a:pPr marL="171450" indent="-171450">
                  <a:lnSpc>
                    <a:spcPct val="150000"/>
                  </a:lnSpc>
                  <a:buFont typeface="Wingdings" panose="05000000000000000000" pitchFamily="2" charset="2"/>
                  <a:buChar char="§"/>
                </a:pPr>
                <a:r>
                  <a:rPr lang="en-US" sz="1100">
                    <a:solidFill>
                      <a:srgbClr val="333333"/>
                    </a:solidFill>
                  </a:rPr>
                  <a:t>Coordinate directly with insurance carriers</a:t>
                </a:r>
              </a:p>
              <a:p>
                <a:pPr marL="171450" indent="-171450">
                  <a:lnSpc>
                    <a:spcPct val="150000"/>
                  </a:lnSpc>
                  <a:buFont typeface="Wingdings" panose="05000000000000000000" pitchFamily="2" charset="2"/>
                  <a:buChar char="§"/>
                </a:pPr>
                <a:r>
                  <a:rPr lang="en-US" sz="1100">
                    <a:solidFill>
                      <a:srgbClr val="333333"/>
                    </a:solidFill>
                  </a:rPr>
                  <a:t>Advocate during complex loss situations</a:t>
                </a:r>
              </a:p>
              <a:p>
                <a:pPr marL="171450" indent="-171450">
                  <a:lnSpc>
                    <a:spcPct val="150000"/>
                  </a:lnSpc>
                  <a:buFont typeface="Wingdings" panose="05000000000000000000" pitchFamily="2" charset="2"/>
                  <a:buChar char="§"/>
                </a:pPr>
                <a:r>
                  <a:rPr lang="en-US" sz="1100">
                    <a:solidFill>
                      <a:srgbClr val="333333"/>
                    </a:solidFill>
                  </a:rPr>
                  <a:t>Provide updates through resolution</a:t>
                </a:r>
              </a:p>
            </p:txBody>
          </p:sp>
          <p:sp>
            <p:nvSpPr>
              <p:cNvPr id="24" name="Rectangle: Rounded Corners 23">
                <a:extLst>
                  <a:ext uri="{FF2B5EF4-FFF2-40B4-BE49-F238E27FC236}">
                    <a16:creationId xmlns:a16="http://schemas.microsoft.com/office/drawing/2014/main" id="{0F13E049-9B29-026B-D277-9C10A49FD6FA}"/>
                  </a:ext>
                </a:extLst>
              </p:cNvPr>
              <p:cNvSpPr/>
              <p:nvPr/>
            </p:nvSpPr>
            <p:spPr>
              <a:xfrm>
                <a:off x="367336" y="5402428"/>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Risk Assessment</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Identify operational and financial exposures</a:t>
                </a:r>
              </a:p>
              <a:p>
                <a:pPr marL="171450" indent="-171450">
                  <a:lnSpc>
                    <a:spcPct val="150000"/>
                  </a:lnSpc>
                  <a:buFont typeface="Wingdings" panose="05000000000000000000" pitchFamily="2" charset="2"/>
                  <a:buChar char="§"/>
                </a:pPr>
                <a:r>
                  <a:rPr lang="en-US" sz="1100">
                    <a:solidFill>
                      <a:srgbClr val="333333"/>
                    </a:solidFill>
                  </a:rPr>
                  <a:t>Analyze coverage gaps and overlaps</a:t>
                </a:r>
              </a:p>
              <a:p>
                <a:pPr marL="171450" indent="-171450">
                  <a:lnSpc>
                    <a:spcPct val="150000"/>
                  </a:lnSpc>
                  <a:buFont typeface="Wingdings" panose="05000000000000000000" pitchFamily="2" charset="2"/>
                  <a:buChar char="§"/>
                </a:pPr>
                <a:r>
                  <a:rPr lang="en-US" sz="1100">
                    <a:solidFill>
                      <a:srgbClr val="333333"/>
                    </a:solidFill>
                  </a:rPr>
                  <a:t>Review contracts and insurance requirements</a:t>
                </a:r>
              </a:p>
              <a:p>
                <a:pPr marL="171450" indent="-171450">
                  <a:lnSpc>
                    <a:spcPct val="150000"/>
                  </a:lnSpc>
                  <a:buFont typeface="Wingdings" panose="05000000000000000000" pitchFamily="2" charset="2"/>
                  <a:buChar char="§"/>
                </a:pPr>
                <a:r>
                  <a:rPr lang="en-US" sz="1100">
                    <a:solidFill>
                      <a:srgbClr val="333333"/>
                    </a:solidFill>
                  </a:rPr>
                  <a:t>Benchmark risk against industry trends</a:t>
                </a:r>
              </a:p>
            </p:txBody>
          </p:sp>
          <p:sp>
            <p:nvSpPr>
              <p:cNvPr id="34" name="Rectangle: Rounded Corners 33">
                <a:extLst>
                  <a:ext uri="{FF2B5EF4-FFF2-40B4-BE49-F238E27FC236}">
                    <a16:creationId xmlns:a16="http://schemas.microsoft.com/office/drawing/2014/main" id="{D8FEBD5D-48B2-3BA8-A0F1-0F0E5E44A940}"/>
                  </a:ext>
                </a:extLst>
              </p:cNvPr>
              <p:cNvSpPr/>
              <p:nvPr/>
            </p:nvSpPr>
            <p:spPr>
              <a:xfrm>
                <a:off x="4094549" y="5407908"/>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Loss Prevention</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Develop proactive safety initiatives</a:t>
                </a:r>
              </a:p>
              <a:p>
                <a:pPr marL="171450" indent="-171450">
                  <a:lnSpc>
                    <a:spcPct val="150000"/>
                  </a:lnSpc>
                  <a:buFont typeface="Wingdings" panose="05000000000000000000" pitchFamily="2" charset="2"/>
                  <a:buChar char="§"/>
                </a:pPr>
                <a:r>
                  <a:rPr lang="en-US" sz="1100">
                    <a:solidFill>
                      <a:srgbClr val="333333"/>
                    </a:solidFill>
                  </a:rPr>
                  <a:t>Implement loss control recommendations</a:t>
                </a:r>
              </a:p>
              <a:p>
                <a:pPr marL="171450" indent="-171450">
                  <a:lnSpc>
                    <a:spcPct val="150000"/>
                  </a:lnSpc>
                  <a:buFont typeface="Wingdings" panose="05000000000000000000" pitchFamily="2" charset="2"/>
                  <a:buChar char="§"/>
                </a:pPr>
                <a:r>
                  <a:rPr lang="en-US" sz="1100">
                    <a:solidFill>
                      <a:srgbClr val="333333"/>
                    </a:solidFill>
                  </a:rPr>
                  <a:t>Provide OSHA and compliance resources</a:t>
                </a:r>
              </a:p>
              <a:p>
                <a:pPr marL="171450" indent="-171450">
                  <a:lnSpc>
                    <a:spcPct val="150000"/>
                  </a:lnSpc>
                  <a:buFont typeface="Wingdings" panose="05000000000000000000" pitchFamily="2" charset="2"/>
                  <a:buChar char="§"/>
                </a:pPr>
                <a:r>
                  <a:rPr lang="en-US" sz="1100">
                    <a:solidFill>
                      <a:srgbClr val="333333"/>
                    </a:solidFill>
                  </a:rPr>
                  <a:t>Strengthen fleet and driver safety</a:t>
                </a:r>
              </a:p>
            </p:txBody>
          </p:sp>
          <p:sp>
            <p:nvSpPr>
              <p:cNvPr id="35" name="Rectangle: Rounded Corners 34">
                <a:extLst>
                  <a:ext uri="{FF2B5EF4-FFF2-40B4-BE49-F238E27FC236}">
                    <a16:creationId xmlns:a16="http://schemas.microsoft.com/office/drawing/2014/main" id="{E1A6657D-3150-3B5B-038F-C0629BD32909}"/>
                  </a:ext>
                </a:extLst>
              </p:cNvPr>
              <p:cNvSpPr/>
              <p:nvPr/>
            </p:nvSpPr>
            <p:spPr>
              <a:xfrm>
                <a:off x="377861" y="7080697"/>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Ongoing Risk Management</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Monitor claims and loss trends</a:t>
                </a:r>
              </a:p>
              <a:p>
                <a:pPr marL="171450" indent="-171450">
                  <a:lnSpc>
                    <a:spcPct val="150000"/>
                  </a:lnSpc>
                  <a:buFont typeface="Wingdings" panose="05000000000000000000" pitchFamily="2" charset="2"/>
                  <a:buChar char="§"/>
                </a:pPr>
                <a:r>
                  <a:rPr lang="en-US" sz="1100">
                    <a:solidFill>
                      <a:srgbClr val="333333"/>
                    </a:solidFill>
                  </a:rPr>
                  <a:t>Review experience modification factors</a:t>
                </a:r>
              </a:p>
              <a:p>
                <a:pPr marL="171450" indent="-171450">
                  <a:lnSpc>
                    <a:spcPct val="150000"/>
                  </a:lnSpc>
                  <a:buFont typeface="Wingdings" panose="05000000000000000000" pitchFamily="2" charset="2"/>
                  <a:buChar char="§"/>
                </a:pPr>
                <a:r>
                  <a:rPr lang="en-US" sz="1100">
                    <a:solidFill>
                      <a:srgbClr val="333333"/>
                    </a:solidFill>
                  </a:rPr>
                  <a:t>Refine renewal and coverage strategies</a:t>
                </a:r>
              </a:p>
              <a:p>
                <a:pPr marL="171450" indent="-171450">
                  <a:lnSpc>
                    <a:spcPct val="150000"/>
                  </a:lnSpc>
                  <a:buFont typeface="Wingdings" panose="05000000000000000000" pitchFamily="2" charset="2"/>
                  <a:buChar char="§"/>
                </a:pPr>
                <a:r>
                  <a:rPr lang="en-US" sz="1100">
                    <a:solidFill>
                      <a:srgbClr val="333333"/>
                    </a:solidFill>
                  </a:rPr>
                  <a:t>Support business continuity planning</a:t>
                </a:r>
              </a:p>
            </p:txBody>
          </p:sp>
        </p:grpSp>
      </p:grpSp>
      <p:sp>
        <p:nvSpPr>
          <p:cNvPr id="6" name="TextBox 5">
            <a:extLst>
              <a:ext uri="{FF2B5EF4-FFF2-40B4-BE49-F238E27FC236}">
                <a16:creationId xmlns:a16="http://schemas.microsoft.com/office/drawing/2014/main" id="{B98B441B-7FC6-6F43-F942-F20FD3B10A9A}"/>
              </a:ext>
            </a:extLst>
          </p:cNvPr>
          <p:cNvSpPr txBox="1"/>
          <p:nvPr/>
        </p:nvSpPr>
        <p:spPr>
          <a:xfrm>
            <a:off x="4055712" y="102364"/>
            <a:ext cx="3498687" cy="443711"/>
          </a:xfrm>
          <a:prstGeom prst="rect">
            <a:avLst/>
          </a:prstGeom>
          <a:noFill/>
        </p:spPr>
        <p:txBody>
          <a:bodyPr wrap="square" rIns="0" rtlCol="0">
            <a:spAutoFit/>
          </a:bodyPr>
          <a:lstStyle/>
          <a:p>
            <a:pPr algn="r">
              <a:spcAft>
                <a:spcPts val="129"/>
              </a:spcAft>
            </a:pPr>
            <a:r>
              <a:rPr lang="en-US" sz="1100" spc="32">
                <a:solidFill>
                  <a:schemeClr val="accent4"/>
                </a:solidFill>
                <a:latin typeface="Source Sans Pro Semibold" panose="020B0603030403020204" pitchFamily="34" charset="0"/>
              </a:rPr>
              <a:t>Insurance &amp; Risk Management</a:t>
            </a:r>
          </a:p>
          <a:p>
            <a:pPr algn="r">
              <a:spcAft>
                <a:spcPts val="129"/>
              </a:spcAft>
            </a:pPr>
            <a:r>
              <a:rPr lang="en-US" sz="1100" spc="32">
                <a:solidFill>
                  <a:schemeClr val="bg1"/>
                </a:solidFill>
                <a:latin typeface="Source Sans Pro Semibold" panose="020B0603030403020204" pitchFamily="34" charset="0"/>
              </a:rPr>
              <a:t>Real Estate Development &amp; Property Management</a:t>
            </a:r>
          </a:p>
        </p:txBody>
      </p:sp>
    </p:spTree>
    <p:extLst>
      <p:ext uri="{BB962C8B-B14F-4D97-AF65-F5344CB8AC3E}">
        <p14:creationId xmlns:p14="http://schemas.microsoft.com/office/powerpoint/2010/main" val="4113299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2561A-22F6-D8C2-0860-A405D653676B}"/>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DFDFFCBD-3A0F-DC0F-5105-8B7E89536328}"/>
              </a:ext>
            </a:extLst>
          </p:cNvPr>
          <p:cNvSpPr/>
          <p:nvPr/>
        </p:nvSpPr>
        <p:spPr>
          <a:xfrm>
            <a:off x="-981" y="2083794"/>
            <a:ext cx="7773382" cy="75167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64961423-55E6-2DE5-EF93-9D47F6C74285}"/>
              </a:ext>
            </a:extLst>
          </p:cNvPr>
          <p:cNvPicPr>
            <a:picLocks noChangeAspect="1"/>
          </p:cNvPicPr>
          <p:nvPr/>
        </p:nvPicPr>
        <p:blipFill>
          <a:blip r:embed="rId2">
            <a:extLst>
              <a:ext uri="{28A0092B-C50C-407E-A947-70E740481C1C}">
                <a14:useLocalDpi xmlns:a14="http://schemas.microsoft.com/office/drawing/2010/main" val="0"/>
              </a:ext>
            </a:extLst>
          </a:blip>
          <a:srcRect t="18896" b="54026"/>
          <a:stretch>
            <a:fillRect/>
          </a:stretch>
        </p:blipFill>
        <p:spPr>
          <a:xfrm>
            <a:off x="0" y="680755"/>
            <a:ext cx="7772400" cy="1403039"/>
          </a:xfrm>
          <a:prstGeom prst="rect">
            <a:avLst/>
          </a:prstGeom>
        </p:spPr>
      </p:pic>
      <p:sp>
        <p:nvSpPr>
          <p:cNvPr id="19" name="Rectangle 18">
            <a:extLst>
              <a:ext uri="{FF2B5EF4-FFF2-40B4-BE49-F238E27FC236}">
                <a16:creationId xmlns:a16="http://schemas.microsoft.com/office/drawing/2014/main" id="{879D17E3-B1C2-4597-4F1A-B32E6916D3E9}"/>
              </a:ext>
            </a:extLst>
          </p:cNvPr>
          <p:cNvSpPr/>
          <p:nvPr/>
        </p:nvSpPr>
        <p:spPr>
          <a:xfrm>
            <a:off x="0" y="601594"/>
            <a:ext cx="7772401" cy="1493269"/>
          </a:xfrm>
          <a:prstGeom prst="rect">
            <a:avLst/>
          </a:prstGeom>
          <a:solidFill>
            <a:schemeClr val="tx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ource Sans 3"/>
            </a:endParaRPr>
          </a:p>
        </p:txBody>
      </p:sp>
      <p:sp>
        <p:nvSpPr>
          <p:cNvPr id="4" name="Rectangle 3">
            <a:extLst>
              <a:ext uri="{FF2B5EF4-FFF2-40B4-BE49-F238E27FC236}">
                <a16:creationId xmlns:a16="http://schemas.microsoft.com/office/drawing/2014/main" id="{430CB12C-97C5-399E-4500-43A71D32A659}"/>
              </a:ext>
            </a:extLst>
          </p:cNvPr>
          <p:cNvSpPr/>
          <p:nvPr/>
        </p:nvSpPr>
        <p:spPr>
          <a:xfrm>
            <a:off x="-981" y="0"/>
            <a:ext cx="7773381"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D63BF2D-1DE9-AB9D-504D-7D96D6E6F01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8001" y="152933"/>
            <a:ext cx="1371600" cy="379934"/>
          </a:xfrm>
          <a:prstGeom prst="rect">
            <a:avLst/>
          </a:prstGeom>
        </p:spPr>
      </p:pic>
      <p:sp>
        <p:nvSpPr>
          <p:cNvPr id="40" name="Rectangle 39">
            <a:extLst>
              <a:ext uri="{FF2B5EF4-FFF2-40B4-BE49-F238E27FC236}">
                <a16:creationId xmlns:a16="http://schemas.microsoft.com/office/drawing/2014/main" id="{F26E9F60-B346-39D4-9628-0C5C34994042}"/>
              </a:ext>
            </a:extLst>
          </p:cNvPr>
          <p:cNvSpPr/>
          <p:nvPr/>
        </p:nvSpPr>
        <p:spPr>
          <a:xfrm>
            <a:off x="-981" y="9601200"/>
            <a:ext cx="7773381"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5">
            <a:extLst>
              <a:ext uri="{FF2B5EF4-FFF2-40B4-BE49-F238E27FC236}">
                <a16:creationId xmlns:a16="http://schemas.microsoft.com/office/drawing/2014/main" id="{D544667D-5572-F2F7-F86B-462816C4EAE7}"/>
              </a:ext>
            </a:extLst>
          </p:cNvPr>
          <p:cNvSpPr txBox="1">
            <a:spLocks/>
          </p:cNvSpPr>
          <p:nvPr/>
        </p:nvSpPr>
        <p:spPr>
          <a:xfrm>
            <a:off x="2562528" y="9704388"/>
            <a:ext cx="2646362" cy="354012"/>
          </a:xfrm>
          <a:prstGeom prst="rect">
            <a:avLst/>
          </a:prstGeom>
        </p:spPr>
        <p:txBody>
          <a:bodyPr/>
          <a:lstStyle>
            <a:lvl1pPr marL="0" indent="0" algn="l" defTabSz="777240" rtl="0" eaLnBrk="1" latinLnBrk="0" hangingPunct="1">
              <a:lnSpc>
                <a:spcPct val="90000"/>
              </a:lnSpc>
              <a:spcBef>
                <a:spcPts val="850"/>
              </a:spcBef>
              <a:buFont typeface="Arial" panose="020B0604020202020204" pitchFamily="34" charset="0"/>
              <a:buNone/>
              <a:defRPr sz="1400" b="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ctr"/>
            <a:r>
              <a:rPr lang="en-US" sz="1200">
                <a:solidFill>
                  <a:schemeClr val="bg1"/>
                </a:solidFill>
              </a:rPr>
              <a:t>think</a:t>
            </a:r>
            <a:r>
              <a:rPr lang="en-US" sz="1200">
                <a:solidFill>
                  <a:schemeClr val="accent3"/>
                </a:solidFill>
                <a:latin typeface="Source Sans Pro Semibold" panose="020B0603030403020204" pitchFamily="34" charset="0"/>
              </a:rPr>
              <a:t>CCIG</a:t>
            </a:r>
            <a:r>
              <a:rPr lang="en-US" sz="1200">
                <a:solidFill>
                  <a:schemeClr val="bg1"/>
                </a:solidFill>
              </a:rPr>
              <a:t>.com</a:t>
            </a:r>
          </a:p>
        </p:txBody>
      </p:sp>
      <p:sp>
        <p:nvSpPr>
          <p:cNvPr id="17" name="TextBox 16">
            <a:extLst>
              <a:ext uri="{FF2B5EF4-FFF2-40B4-BE49-F238E27FC236}">
                <a16:creationId xmlns:a16="http://schemas.microsoft.com/office/drawing/2014/main" id="{CF1AFA29-5AD0-C33F-4858-852E22F3D2C5}"/>
              </a:ext>
            </a:extLst>
          </p:cNvPr>
          <p:cNvSpPr txBox="1"/>
          <p:nvPr/>
        </p:nvSpPr>
        <p:spPr>
          <a:xfrm>
            <a:off x="1556897" y="1065484"/>
            <a:ext cx="4646484" cy="646331"/>
          </a:xfrm>
          <a:prstGeom prst="rect">
            <a:avLst/>
          </a:prstGeom>
          <a:noFill/>
        </p:spPr>
        <p:txBody>
          <a:bodyPr wrap="square" rtlCol="0">
            <a:spAutoFit/>
          </a:bodyPr>
          <a:lstStyle/>
          <a:p>
            <a:pPr algn="ctr"/>
            <a:r>
              <a:rPr lang="en-US" b="1" i="1" spc="100">
                <a:solidFill>
                  <a:schemeClr val="bg2"/>
                </a:solidFill>
                <a:latin typeface="+mj-lt"/>
              </a:rPr>
              <a:t>Empowering Your Future with Tailored Risk Management Solutions</a:t>
            </a:r>
          </a:p>
        </p:txBody>
      </p:sp>
      <p:sp>
        <p:nvSpPr>
          <p:cNvPr id="26" name="TextBox 25">
            <a:extLst>
              <a:ext uri="{FF2B5EF4-FFF2-40B4-BE49-F238E27FC236}">
                <a16:creationId xmlns:a16="http://schemas.microsoft.com/office/drawing/2014/main" id="{6EC05050-398B-5DE5-7913-6975D1D56E9D}"/>
              </a:ext>
            </a:extLst>
          </p:cNvPr>
          <p:cNvSpPr txBox="1"/>
          <p:nvPr/>
        </p:nvSpPr>
        <p:spPr>
          <a:xfrm>
            <a:off x="2278809" y="2402150"/>
            <a:ext cx="5029201" cy="1954381"/>
          </a:xfrm>
          <a:prstGeom prst="rect">
            <a:avLst/>
          </a:prstGeom>
          <a:noFill/>
        </p:spPr>
        <p:txBody>
          <a:bodyPr wrap="square">
            <a:spAutoFit/>
          </a:bodyPr>
          <a:lstStyle/>
          <a:p>
            <a:r>
              <a:rPr lang="en-US" sz="1100">
                <a:solidFill>
                  <a:srgbClr val="333333"/>
                </a:solidFill>
                <a:latin typeface="Source Sans 3"/>
              </a:rPr>
              <a:t>Kevin Shafer is a Senior Advisor at CCIG who specializes in building data-informed insurance programs tailored to each client’s unique needs. With a focus on hospitality, he takes a highly methodical approach to understanding each client’s risk appetite and long-term goals. </a:t>
            </a:r>
          </a:p>
          <a:p>
            <a:endParaRPr lang="en-US" sz="1100">
              <a:solidFill>
                <a:srgbClr val="333333"/>
              </a:solidFill>
              <a:latin typeface="Source Sans 3"/>
            </a:endParaRPr>
          </a:p>
          <a:p>
            <a:r>
              <a:rPr lang="en-US" sz="1100">
                <a:solidFill>
                  <a:srgbClr val="333333"/>
                </a:solidFill>
                <a:latin typeface="Source Sans 3"/>
              </a:rPr>
              <a:t>Since joining CCIG in 2021, he has advanced through roles in account service, marketing analysis, and advisory, building hands-on experience across renewals, carrier strategy, proposal development, claims trend analysis, and client communications. In his current role, he works closely with clients, internal teams, and carrier partners to identify coverage gaps and implement risk strategy initiatives designed to strengthen overall program performance.</a:t>
            </a:r>
          </a:p>
        </p:txBody>
      </p:sp>
      <p:grpSp>
        <p:nvGrpSpPr>
          <p:cNvPr id="27" name="Group 26">
            <a:extLst>
              <a:ext uri="{FF2B5EF4-FFF2-40B4-BE49-F238E27FC236}">
                <a16:creationId xmlns:a16="http://schemas.microsoft.com/office/drawing/2014/main" id="{9821582A-6410-9B1C-4F8E-93A9D1D1A6AE}"/>
              </a:ext>
            </a:extLst>
          </p:cNvPr>
          <p:cNvGrpSpPr/>
          <p:nvPr/>
        </p:nvGrpSpPr>
        <p:grpSpPr>
          <a:xfrm>
            <a:off x="76651" y="2366153"/>
            <a:ext cx="1886016" cy="2072136"/>
            <a:chOff x="416428" y="3745284"/>
            <a:chExt cx="1886016" cy="2072136"/>
          </a:xfrm>
        </p:grpSpPr>
        <p:pic>
          <p:nvPicPr>
            <p:cNvPr id="15" name="Picture 14">
              <a:extLst>
                <a:ext uri="{FF2B5EF4-FFF2-40B4-BE49-F238E27FC236}">
                  <a16:creationId xmlns:a16="http://schemas.microsoft.com/office/drawing/2014/main" id="{D0EF4F83-F477-7615-4913-2B413108435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56918" y="3745284"/>
              <a:ext cx="1097278" cy="1097278"/>
            </a:xfrm>
            <a:prstGeom prst="rect">
              <a:avLst/>
            </a:prstGeom>
            <a:effectLst/>
          </p:spPr>
        </p:pic>
        <p:sp>
          <p:nvSpPr>
            <p:cNvPr id="20" name="TextBox 19">
              <a:extLst>
                <a:ext uri="{FF2B5EF4-FFF2-40B4-BE49-F238E27FC236}">
                  <a16:creationId xmlns:a16="http://schemas.microsoft.com/office/drawing/2014/main" id="{62A20657-B7C9-031D-41B7-0B8E6D839A01}"/>
                </a:ext>
              </a:extLst>
            </p:cNvPr>
            <p:cNvSpPr txBox="1"/>
            <p:nvPr/>
          </p:nvSpPr>
          <p:spPr>
            <a:xfrm>
              <a:off x="418025" y="4922148"/>
              <a:ext cx="1845661" cy="307777"/>
            </a:xfrm>
            <a:prstGeom prst="rect">
              <a:avLst/>
            </a:prstGeom>
            <a:noFill/>
          </p:spPr>
          <p:txBody>
            <a:bodyPr wrap="square" rtlCol="0">
              <a:spAutoFit/>
            </a:bodyPr>
            <a:lstStyle/>
            <a:p>
              <a:pPr algn="r"/>
              <a:r>
                <a:rPr lang="en-US" sz="1400">
                  <a:solidFill>
                    <a:schemeClr val="accent5"/>
                  </a:solidFill>
                  <a:latin typeface="Playfair Display Bold italic" panose="00000800000000000000" pitchFamily="2" charset="0"/>
                </a:rPr>
                <a:t>Kevin Shafer</a:t>
              </a:r>
            </a:p>
          </p:txBody>
        </p:sp>
        <p:sp>
          <p:nvSpPr>
            <p:cNvPr id="21" name="TextBox 20">
              <a:extLst>
                <a:ext uri="{FF2B5EF4-FFF2-40B4-BE49-F238E27FC236}">
                  <a16:creationId xmlns:a16="http://schemas.microsoft.com/office/drawing/2014/main" id="{008CC958-5806-6CC8-D5F9-A2E19501F4C7}"/>
                </a:ext>
              </a:extLst>
            </p:cNvPr>
            <p:cNvSpPr txBox="1"/>
            <p:nvPr/>
          </p:nvSpPr>
          <p:spPr>
            <a:xfrm>
              <a:off x="418025" y="5148006"/>
              <a:ext cx="1845662" cy="261610"/>
            </a:xfrm>
            <a:prstGeom prst="rect">
              <a:avLst/>
            </a:prstGeom>
            <a:noFill/>
          </p:spPr>
          <p:txBody>
            <a:bodyPr wrap="square" rtlCol="0">
              <a:spAutoFit/>
            </a:bodyPr>
            <a:lstStyle/>
            <a:p>
              <a:pPr algn="r"/>
              <a:r>
                <a:rPr lang="en-US" sz="1100">
                  <a:solidFill>
                    <a:schemeClr val="accent4"/>
                  </a:solidFill>
                  <a:latin typeface="Source Sans Pro Semibold" panose="020B0603030403020204" pitchFamily="34" charset="0"/>
                  <a:ea typeface="Source Sans Pro Semibold" panose="020B0603030403020204" pitchFamily="34" charset="0"/>
                </a:rPr>
                <a:t>Senior Insurance Advisor</a:t>
              </a:r>
              <a:endParaRPr lang="en-US" sz="1600">
                <a:solidFill>
                  <a:schemeClr val="accent4"/>
                </a:solidFill>
                <a:latin typeface="Source Sans Pro Semibold" panose="020B0603030403020204" pitchFamily="34" charset="0"/>
                <a:ea typeface="Source Sans Pro Semibold" panose="020B0603030403020204" pitchFamily="34" charset="0"/>
              </a:endParaRPr>
            </a:p>
          </p:txBody>
        </p:sp>
        <p:sp>
          <p:nvSpPr>
            <p:cNvPr id="22" name="TextBox 21">
              <a:extLst>
                <a:ext uri="{FF2B5EF4-FFF2-40B4-BE49-F238E27FC236}">
                  <a16:creationId xmlns:a16="http://schemas.microsoft.com/office/drawing/2014/main" id="{1AD1B2E9-987C-9227-2F6A-ADDA8F7F6418}"/>
                </a:ext>
              </a:extLst>
            </p:cNvPr>
            <p:cNvSpPr txBox="1"/>
            <p:nvPr/>
          </p:nvSpPr>
          <p:spPr>
            <a:xfrm>
              <a:off x="416428" y="5401922"/>
              <a:ext cx="1886016" cy="415498"/>
            </a:xfrm>
            <a:prstGeom prst="rect">
              <a:avLst/>
            </a:prstGeom>
            <a:noFill/>
          </p:spPr>
          <p:txBody>
            <a:bodyPr wrap="square" rtlCol="0">
              <a:spAutoFit/>
            </a:bodyPr>
            <a:lstStyle/>
            <a:p>
              <a:pPr algn="r"/>
              <a:r>
                <a:rPr lang="en-US" sz="1050">
                  <a:solidFill>
                    <a:srgbClr val="333333"/>
                  </a:solidFill>
                </a:rPr>
                <a:t>(720)-330-7924</a:t>
              </a:r>
            </a:p>
            <a:p>
              <a:pPr algn="r"/>
              <a:r>
                <a:rPr lang="en-US" sz="1050" b="1">
                  <a:solidFill>
                    <a:schemeClr val="accent5"/>
                  </a:solidFill>
                </a:rPr>
                <a:t>kevin.shafer@thinkccig.com</a:t>
              </a:r>
              <a:endParaRPr lang="en-US" sz="1400" b="1">
                <a:solidFill>
                  <a:schemeClr val="accent5"/>
                </a:solidFill>
              </a:endParaRPr>
            </a:p>
          </p:txBody>
        </p:sp>
      </p:grpSp>
      <p:grpSp>
        <p:nvGrpSpPr>
          <p:cNvPr id="28" name="Group 27">
            <a:extLst>
              <a:ext uri="{FF2B5EF4-FFF2-40B4-BE49-F238E27FC236}">
                <a16:creationId xmlns:a16="http://schemas.microsoft.com/office/drawing/2014/main" id="{F22AE5CC-A6F3-26D8-9D8F-E113199A0FB1}"/>
              </a:ext>
            </a:extLst>
          </p:cNvPr>
          <p:cNvGrpSpPr/>
          <p:nvPr/>
        </p:nvGrpSpPr>
        <p:grpSpPr>
          <a:xfrm>
            <a:off x="218001" y="4739868"/>
            <a:ext cx="7554399" cy="4571823"/>
            <a:chOff x="218001" y="4739868"/>
            <a:chExt cx="7554399" cy="4571823"/>
          </a:xfrm>
        </p:grpSpPr>
        <p:sp>
          <p:nvSpPr>
            <p:cNvPr id="29" name="Rectangle: Rounded Corners 28">
              <a:extLst>
                <a:ext uri="{FF2B5EF4-FFF2-40B4-BE49-F238E27FC236}">
                  <a16:creationId xmlns:a16="http://schemas.microsoft.com/office/drawing/2014/main" id="{FC1CA412-F4BD-D498-3C3B-79E56AC23AA4}"/>
                </a:ext>
              </a:extLst>
            </p:cNvPr>
            <p:cNvSpPr/>
            <p:nvPr/>
          </p:nvSpPr>
          <p:spPr>
            <a:xfrm>
              <a:off x="218001" y="5270523"/>
              <a:ext cx="7315200" cy="3491877"/>
            </a:xfrm>
            <a:prstGeom prst="roundRect">
              <a:avLst>
                <a:gd name="adj" fmla="val 0"/>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274320" rtlCol="0" anchor="t"/>
            <a:lstStyle/>
            <a:p>
              <a:pPr algn="just">
                <a:lnSpc>
                  <a:spcPct val="105000"/>
                </a:lnSpc>
              </a:pPr>
              <a:endParaRPr lang="en-US" sz="1050">
                <a:solidFill>
                  <a:srgbClr val="333333"/>
                </a:solidFill>
              </a:endParaRPr>
            </a:p>
          </p:txBody>
        </p:sp>
        <p:sp>
          <p:nvSpPr>
            <p:cNvPr id="30" name="Rectangle: Top Corners Rounded 29">
              <a:extLst>
                <a:ext uri="{FF2B5EF4-FFF2-40B4-BE49-F238E27FC236}">
                  <a16:creationId xmlns:a16="http://schemas.microsoft.com/office/drawing/2014/main" id="{BCE2CE7D-D91B-20E6-774D-55E8B57D8A52}"/>
                </a:ext>
              </a:extLst>
            </p:cNvPr>
            <p:cNvSpPr/>
            <p:nvPr/>
          </p:nvSpPr>
          <p:spPr>
            <a:xfrm>
              <a:off x="218001" y="4739868"/>
              <a:ext cx="7315200" cy="548640"/>
            </a:xfrm>
            <a:prstGeom prst="round2SameRect">
              <a:avLst>
                <a:gd name="adj1" fmla="val 6250"/>
                <a:gd name="adj2" fmla="val 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Top Corners Rounded 30">
              <a:hlinkClick r:id="rId5"/>
              <a:extLst>
                <a:ext uri="{FF2B5EF4-FFF2-40B4-BE49-F238E27FC236}">
                  <a16:creationId xmlns:a16="http://schemas.microsoft.com/office/drawing/2014/main" id="{BBA49255-9A28-ED7E-6E2D-D766546E451D}"/>
                </a:ext>
              </a:extLst>
            </p:cNvPr>
            <p:cNvSpPr/>
            <p:nvPr/>
          </p:nvSpPr>
          <p:spPr>
            <a:xfrm>
              <a:off x="218001" y="8763051"/>
              <a:ext cx="7315200" cy="548640"/>
            </a:xfrm>
            <a:prstGeom prst="round2SameRect">
              <a:avLst>
                <a:gd name="adj1" fmla="val 0"/>
                <a:gd name="adj2" fmla="val 625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bIns="91440" rtlCol="0" anchor="t"/>
            <a:lstStyle/>
            <a:p>
              <a:pPr algn="ctr"/>
              <a:r>
                <a:rPr lang="en-US" sz="1100" spc="100">
                  <a:solidFill>
                    <a:schemeClr val="bg2"/>
                  </a:solidFill>
                  <a:latin typeface="Source Sans Pro Bold" panose="020B0703030403020204" pitchFamily="34" charset="0"/>
                </a:rPr>
                <a:t>LEARN MORE</a:t>
              </a:r>
            </a:p>
            <a:p>
              <a:pPr algn="ctr"/>
              <a:r>
                <a:rPr lang="en-US" sz="1000">
                  <a:solidFill>
                    <a:schemeClr val="tx1"/>
                  </a:solidFill>
                  <a:latin typeface="Source Sans Pro Semibold" panose="020B0603030403020204" pitchFamily="34" charset="0"/>
                </a:rPr>
                <a:t>Visit </a:t>
              </a:r>
              <a:r>
                <a:rPr lang="en-US" sz="1000" u="sng">
                  <a:solidFill>
                    <a:schemeClr val="tx1"/>
                  </a:solidFill>
                  <a:latin typeface="Source Sans Pro Semibold" panose="020B0603030403020204" pitchFamily="34" charset="0"/>
                  <a:hlinkClick r:id="rId6">
                    <a:extLst>
                      <a:ext uri="{A12FA001-AC4F-418D-AE19-62706E023703}">
                        <ahyp:hlinkClr xmlns:ahyp="http://schemas.microsoft.com/office/drawing/2018/hyperlinkcolor" val="tx"/>
                      </a:ext>
                    </a:extLst>
                  </a:hlinkClick>
                </a:rPr>
                <a:t>resources.thinkccig.com/capabilities/</a:t>
              </a:r>
              <a:r>
                <a:rPr lang="en-US" sz="1000" u="sng" err="1">
                  <a:solidFill>
                    <a:schemeClr val="tx1"/>
                  </a:solidFill>
                  <a:latin typeface="Source Sans Pro Semibold" panose="020B0603030403020204" pitchFamily="34" charset="0"/>
                  <a:hlinkClick r:id="rId6">
                    <a:extLst>
                      <a:ext uri="{A12FA001-AC4F-418D-AE19-62706E023703}">
                        <ahyp:hlinkClr xmlns:ahyp="http://schemas.microsoft.com/office/drawing/2018/hyperlinkcolor" val="tx"/>
                      </a:ext>
                    </a:extLst>
                  </a:hlinkClick>
                </a:rPr>
                <a:t>smb</a:t>
              </a:r>
              <a:endParaRPr lang="en-US" sz="1000" u="sng">
                <a:solidFill>
                  <a:schemeClr val="tx1"/>
                </a:solidFill>
                <a:latin typeface="Source Sans Pro Semibold" panose="020B0603030403020204" pitchFamily="34" charset="0"/>
              </a:endParaRPr>
            </a:p>
          </p:txBody>
        </p:sp>
        <p:sp>
          <p:nvSpPr>
            <p:cNvPr id="32" name="TextBox 31">
              <a:extLst>
                <a:ext uri="{FF2B5EF4-FFF2-40B4-BE49-F238E27FC236}">
                  <a16:creationId xmlns:a16="http://schemas.microsoft.com/office/drawing/2014/main" id="{8D9A1E05-D6A7-30E4-D21C-28B9413FEB5E}"/>
                </a:ext>
              </a:extLst>
            </p:cNvPr>
            <p:cNvSpPr txBox="1"/>
            <p:nvPr/>
          </p:nvSpPr>
          <p:spPr>
            <a:xfrm>
              <a:off x="239199" y="4874947"/>
              <a:ext cx="7294004" cy="292388"/>
            </a:xfrm>
            <a:prstGeom prst="rect">
              <a:avLst/>
            </a:prstGeom>
            <a:noFill/>
          </p:spPr>
          <p:txBody>
            <a:bodyPr wrap="square" rtlCol="0">
              <a:spAutoFit/>
            </a:bodyPr>
            <a:lstStyle/>
            <a:p>
              <a:pPr algn="ctr"/>
              <a:r>
                <a:rPr lang="en-US" sz="1300" spc="100">
                  <a:solidFill>
                    <a:schemeClr val="bg2"/>
                  </a:solidFill>
                  <a:latin typeface="Source Sans Pro Semibold" panose="020B0603030403020204" pitchFamily="34" charset="0"/>
                </a:rPr>
                <a:t>INSURANCE FOR SMALL AND MID-SIZED BUSINESSES</a:t>
              </a:r>
            </a:p>
          </p:txBody>
        </p:sp>
        <p:pic>
          <p:nvPicPr>
            <p:cNvPr id="33" name="Picture 32">
              <a:extLst>
                <a:ext uri="{FF2B5EF4-FFF2-40B4-BE49-F238E27FC236}">
                  <a16:creationId xmlns:a16="http://schemas.microsoft.com/office/drawing/2014/main" id="{6EA1476C-CC60-F4A6-9615-A00EBDD0AC2B}"/>
                </a:ext>
              </a:extLst>
            </p:cNvPr>
            <p:cNvPicPr>
              <a:picLocks noChangeAspect="1"/>
            </p:cNvPicPr>
            <p:nvPr/>
          </p:nvPicPr>
          <p:blipFill>
            <a:blip r:embed="rId7">
              <a:alphaModFix amt="25000"/>
              <a:extLst>
                <a:ext uri="{28A0092B-C50C-407E-A947-70E740481C1C}">
                  <a14:useLocalDpi xmlns:a14="http://schemas.microsoft.com/office/drawing/2010/main" val="0"/>
                </a:ext>
              </a:extLst>
            </a:blip>
            <a:srcRect/>
            <a:stretch/>
          </p:blipFill>
          <p:spPr>
            <a:xfrm>
              <a:off x="1775022" y="5463149"/>
              <a:ext cx="4221373" cy="3146419"/>
            </a:xfrm>
            <a:prstGeom prst="rect">
              <a:avLst/>
            </a:prstGeom>
          </p:spPr>
        </p:pic>
        <p:grpSp>
          <p:nvGrpSpPr>
            <p:cNvPr id="36" name="Group 35">
              <a:extLst>
                <a:ext uri="{FF2B5EF4-FFF2-40B4-BE49-F238E27FC236}">
                  <a16:creationId xmlns:a16="http://schemas.microsoft.com/office/drawing/2014/main" id="{386E636D-90DD-0910-813E-187C4BA7C674}"/>
                </a:ext>
              </a:extLst>
            </p:cNvPr>
            <p:cNvGrpSpPr/>
            <p:nvPr/>
          </p:nvGrpSpPr>
          <p:grpSpPr>
            <a:xfrm>
              <a:off x="536922" y="5358090"/>
              <a:ext cx="7235478" cy="3235791"/>
              <a:chOff x="367336" y="5402428"/>
              <a:chExt cx="7235478" cy="3235791"/>
            </a:xfrm>
          </p:grpSpPr>
          <p:sp>
            <p:nvSpPr>
              <p:cNvPr id="37" name="Rectangle: Rounded Corners 36">
                <a:extLst>
                  <a:ext uri="{FF2B5EF4-FFF2-40B4-BE49-F238E27FC236}">
                    <a16:creationId xmlns:a16="http://schemas.microsoft.com/office/drawing/2014/main" id="{5543B13E-4745-9487-9EB9-16FE19E5257D}"/>
                  </a:ext>
                </a:extLst>
              </p:cNvPr>
              <p:cNvSpPr/>
              <p:nvPr/>
            </p:nvSpPr>
            <p:spPr>
              <a:xfrm>
                <a:off x="4105108" y="7004365"/>
                <a:ext cx="2912408" cy="1633854"/>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Claims Advocacy</a:t>
                </a:r>
              </a:p>
              <a:p>
                <a:pPr marL="171450" indent="-171450">
                  <a:lnSpc>
                    <a:spcPct val="150000"/>
                  </a:lnSpc>
                  <a:buFont typeface="Wingdings" panose="05000000000000000000" pitchFamily="2" charset="2"/>
                  <a:buChar char="§"/>
                </a:pPr>
                <a:r>
                  <a:rPr lang="en-US" sz="1100">
                    <a:solidFill>
                      <a:srgbClr val="333333"/>
                    </a:solidFill>
                  </a:rPr>
                  <a:t>Guidance through the claims process</a:t>
                </a:r>
              </a:p>
              <a:p>
                <a:pPr marL="171450" indent="-171450">
                  <a:lnSpc>
                    <a:spcPct val="150000"/>
                  </a:lnSpc>
                  <a:buFont typeface="Wingdings" panose="05000000000000000000" pitchFamily="2" charset="2"/>
                  <a:buChar char="§"/>
                </a:pPr>
                <a:r>
                  <a:rPr lang="en-US" sz="1100">
                    <a:solidFill>
                      <a:srgbClr val="333333"/>
                    </a:solidFill>
                  </a:rPr>
                  <a:t>Coordinate directly with insurance carriers</a:t>
                </a:r>
              </a:p>
              <a:p>
                <a:pPr marL="171450" indent="-171450">
                  <a:lnSpc>
                    <a:spcPct val="150000"/>
                  </a:lnSpc>
                  <a:buFont typeface="Wingdings" panose="05000000000000000000" pitchFamily="2" charset="2"/>
                  <a:buChar char="§"/>
                </a:pPr>
                <a:r>
                  <a:rPr lang="en-US" sz="1100">
                    <a:solidFill>
                      <a:srgbClr val="333333"/>
                    </a:solidFill>
                  </a:rPr>
                  <a:t>Advocate during complex loss situations</a:t>
                </a:r>
              </a:p>
              <a:p>
                <a:pPr marL="171450" indent="-171450">
                  <a:lnSpc>
                    <a:spcPct val="150000"/>
                  </a:lnSpc>
                  <a:buFont typeface="Wingdings" panose="05000000000000000000" pitchFamily="2" charset="2"/>
                  <a:buChar char="§"/>
                </a:pPr>
                <a:r>
                  <a:rPr lang="en-US" sz="1100">
                    <a:solidFill>
                      <a:srgbClr val="333333"/>
                    </a:solidFill>
                  </a:rPr>
                  <a:t>Provide updates through resolution</a:t>
                </a:r>
              </a:p>
            </p:txBody>
          </p:sp>
          <p:sp>
            <p:nvSpPr>
              <p:cNvPr id="38" name="Rectangle: Rounded Corners 37">
                <a:extLst>
                  <a:ext uri="{FF2B5EF4-FFF2-40B4-BE49-F238E27FC236}">
                    <a16:creationId xmlns:a16="http://schemas.microsoft.com/office/drawing/2014/main" id="{37CB25FA-506C-51CE-3CAC-EF24E1F0CC5C}"/>
                  </a:ext>
                </a:extLst>
              </p:cNvPr>
              <p:cNvSpPr/>
              <p:nvPr/>
            </p:nvSpPr>
            <p:spPr>
              <a:xfrm>
                <a:off x="367336" y="5402428"/>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Risk Assessment</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Identify operational and financial exposures</a:t>
                </a:r>
              </a:p>
              <a:p>
                <a:pPr marL="171450" indent="-171450">
                  <a:lnSpc>
                    <a:spcPct val="150000"/>
                  </a:lnSpc>
                  <a:buFont typeface="Wingdings" panose="05000000000000000000" pitchFamily="2" charset="2"/>
                  <a:buChar char="§"/>
                </a:pPr>
                <a:r>
                  <a:rPr lang="en-US" sz="1100">
                    <a:solidFill>
                      <a:srgbClr val="333333"/>
                    </a:solidFill>
                  </a:rPr>
                  <a:t>Analyze coverage gaps and overlaps</a:t>
                </a:r>
              </a:p>
              <a:p>
                <a:pPr marL="171450" indent="-171450">
                  <a:lnSpc>
                    <a:spcPct val="150000"/>
                  </a:lnSpc>
                  <a:buFont typeface="Wingdings" panose="05000000000000000000" pitchFamily="2" charset="2"/>
                  <a:buChar char="§"/>
                </a:pPr>
                <a:r>
                  <a:rPr lang="en-US" sz="1100">
                    <a:solidFill>
                      <a:srgbClr val="333333"/>
                    </a:solidFill>
                  </a:rPr>
                  <a:t>Review contracts and insurance requirements</a:t>
                </a:r>
              </a:p>
              <a:p>
                <a:pPr marL="171450" indent="-171450">
                  <a:lnSpc>
                    <a:spcPct val="150000"/>
                  </a:lnSpc>
                  <a:buFont typeface="Wingdings" panose="05000000000000000000" pitchFamily="2" charset="2"/>
                  <a:buChar char="§"/>
                </a:pPr>
                <a:r>
                  <a:rPr lang="en-US" sz="1100">
                    <a:solidFill>
                      <a:srgbClr val="333333"/>
                    </a:solidFill>
                  </a:rPr>
                  <a:t>Benchmark risk against industry trends</a:t>
                </a:r>
              </a:p>
            </p:txBody>
          </p:sp>
          <p:sp>
            <p:nvSpPr>
              <p:cNvPr id="39" name="Rectangle: Rounded Corners 38">
                <a:extLst>
                  <a:ext uri="{FF2B5EF4-FFF2-40B4-BE49-F238E27FC236}">
                    <a16:creationId xmlns:a16="http://schemas.microsoft.com/office/drawing/2014/main" id="{E2BD9ACD-12CB-8F31-1A73-D7F47F5F834A}"/>
                  </a:ext>
                </a:extLst>
              </p:cNvPr>
              <p:cNvSpPr/>
              <p:nvPr/>
            </p:nvSpPr>
            <p:spPr>
              <a:xfrm>
                <a:off x="4094549" y="5407908"/>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Loss Prevention</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Develop proactive safety initiatives</a:t>
                </a:r>
              </a:p>
              <a:p>
                <a:pPr marL="171450" indent="-171450">
                  <a:lnSpc>
                    <a:spcPct val="150000"/>
                  </a:lnSpc>
                  <a:buFont typeface="Wingdings" panose="05000000000000000000" pitchFamily="2" charset="2"/>
                  <a:buChar char="§"/>
                </a:pPr>
                <a:r>
                  <a:rPr lang="en-US" sz="1100">
                    <a:solidFill>
                      <a:srgbClr val="333333"/>
                    </a:solidFill>
                  </a:rPr>
                  <a:t>Implement loss control recommendations</a:t>
                </a:r>
              </a:p>
              <a:p>
                <a:pPr marL="171450" indent="-171450">
                  <a:lnSpc>
                    <a:spcPct val="150000"/>
                  </a:lnSpc>
                  <a:buFont typeface="Wingdings" panose="05000000000000000000" pitchFamily="2" charset="2"/>
                  <a:buChar char="§"/>
                </a:pPr>
                <a:r>
                  <a:rPr lang="en-US" sz="1100">
                    <a:solidFill>
                      <a:srgbClr val="333333"/>
                    </a:solidFill>
                  </a:rPr>
                  <a:t>Provide OSHA and compliance resources</a:t>
                </a:r>
              </a:p>
              <a:p>
                <a:pPr marL="171450" indent="-171450">
                  <a:lnSpc>
                    <a:spcPct val="150000"/>
                  </a:lnSpc>
                  <a:buFont typeface="Wingdings" panose="05000000000000000000" pitchFamily="2" charset="2"/>
                  <a:buChar char="§"/>
                </a:pPr>
                <a:r>
                  <a:rPr lang="en-US" sz="1100">
                    <a:solidFill>
                      <a:srgbClr val="333333"/>
                    </a:solidFill>
                  </a:rPr>
                  <a:t>Strengthen fleet and driver safety</a:t>
                </a:r>
              </a:p>
            </p:txBody>
          </p:sp>
          <p:sp>
            <p:nvSpPr>
              <p:cNvPr id="42" name="Rectangle: Rounded Corners 41">
                <a:extLst>
                  <a:ext uri="{FF2B5EF4-FFF2-40B4-BE49-F238E27FC236}">
                    <a16:creationId xmlns:a16="http://schemas.microsoft.com/office/drawing/2014/main" id="{5C1B629D-D3D0-7907-3E17-B9B58AEDACD0}"/>
                  </a:ext>
                </a:extLst>
              </p:cNvPr>
              <p:cNvSpPr/>
              <p:nvPr/>
            </p:nvSpPr>
            <p:spPr>
              <a:xfrm>
                <a:off x="377861" y="7080697"/>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Ongoing Risk Management</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Monitor claims and loss trends</a:t>
                </a:r>
              </a:p>
              <a:p>
                <a:pPr marL="171450" indent="-171450">
                  <a:lnSpc>
                    <a:spcPct val="150000"/>
                  </a:lnSpc>
                  <a:buFont typeface="Wingdings" panose="05000000000000000000" pitchFamily="2" charset="2"/>
                  <a:buChar char="§"/>
                </a:pPr>
                <a:r>
                  <a:rPr lang="en-US" sz="1100">
                    <a:solidFill>
                      <a:srgbClr val="333333"/>
                    </a:solidFill>
                  </a:rPr>
                  <a:t>Review experience modification factors</a:t>
                </a:r>
              </a:p>
              <a:p>
                <a:pPr marL="171450" indent="-171450">
                  <a:lnSpc>
                    <a:spcPct val="150000"/>
                  </a:lnSpc>
                  <a:buFont typeface="Wingdings" panose="05000000000000000000" pitchFamily="2" charset="2"/>
                  <a:buChar char="§"/>
                </a:pPr>
                <a:r>
                  <a:rPr lang="en-US" sz="1100">
                    <a:solidFill>
                      <a:srgbClr val="333333"/>
                    </a:solidFill>
                  </a:rPr>
                  <a:t>Refine renewal and coverage strategies</a:t>
                </a:r>
              </a:p>
              <a:p>
                <a:pPr marL="171450" indent="-171450">
                  <a:lnSpc>
                    <a:spcPct val="150000"/>
                  </a:lnSpc>
                  <a:buFont typeface="Wingdings" panose="05000000000000000000" pitchFamily="2" charset="2"/>
                  <a:buChar char="§"/>
                </a:pPr>
                <a:r>
                  <a:rPr lang="en-US" sz="1100">
                    <a:solidFill>
                      <a:srgbClr val="333333"/>
                    </a:solidFill>
                  </a:rPr>
                  <a:t>Support business continuity planning</a:t>
                </a:r>
              </a:p>
            </p:txBody>
          </p:sp>
        </p:grpSp>
      </p:grpSp>
      <p:sp>
        <p:nvSpPr>
          <p:cNvPr id="3" name="TextBox 2">
            <a:extLst>
              <a:ext uri="{FF2B5EF4-FFF2-40B4-BE49-F238E27FC236}">
                <a16:creationId xmlns:a16="http://schemas.microsoft.com/office/drawing/2014/main" id="{763CDE95-EAB1-7A59-D0BF-E50392405C6A}"/>
              </a:ext>
            </a:extLst>
          </p:cNvPr>
          <p:cNvSpPr txBox="1"/>
          <p:nvPr/>
        </p:nvSpPr>
        <p:spPr>
          <a:xfrm>
            <a:off x="4055712" y="102364"/>
            <a:ext cx="3498687" cy="443711"/>
          </a:xfrm>
          <a:prstGeom prst="rect">
            <a:avLst/>
          </a:prstGeom>
          <a:noFill/>
        </p:spPr>
        <p:txBody>
          <a:bodyPr wrap="square" rIns="0" rtlCol="0">
            <a:spAutoFit/>
          </a:bodyPr>
          <a:lstStyle/>
          <a:p>
            <a:pPr algn="r">
              <a:spcAft>
                <a:spcPts val="129"/>
              </a:spcAft>
            </a:pPr>
            <a:r>
              <a:rPr lang="en-US" sz="1100" spc="32">
                <a:solidFill>
                  <a:schemeClr val="accent4"/>
                </a:solidFill>
                <a:latin typeface="Source Sans Pro Semibold" panose="020B0603030403020204" pitchFamily="34" charset="0"/>
              </a:rPr>
              <a:t>Insurance &amp; Risk Management</a:t>
            </a:r>
          </a:p>
          <a:p>
            <a:pPr algn="r">
              <a:spcAft>
                <a:spcPts val="129"/>
              </a:spcAft>
            </a:pPr>
            <a:r>
              <a:rPr lang="en-US" sz="1100" spc="32">
                <a:solidFill>
                  <a:schemeClr val="bg1"/>
                </a:solidFill>
                <a:latin typeface="Source Sans Pro Semibold" panose="020B0603030403020204" pitchFamily="34" charset="0"/>
              </a:rPr>
              <a:t>Hotels, Restaurants &amp; Hospitality Businesses</a:t>
            </a:r>
          </a:p>
        </p:txBody>
      </p:sp>
    </p:spTree>
    <p:extLst>
      <p:ext uri="{BB962C8B-B14F-4D97-AF65-F5344CB8AC3E}">
        <p14:creationId xmlns:p14="http://schemas.microsoft.com/office/powerpoint/2010/main" val="1939718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AD7B1-8A58-1166-375C-FA34F76BAC04}"/>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D5B57E53-4833-C38F-8EF9-01B5BEFC42A1}"/>
              </a:ext>
            </a:extLst>
          </p:cNvPr>
          <p:cNvSpPr/>
          <p:nvPr/>
        </p:nvSpPr>
        <p:spPr>
          <a:xfrm>
            <a:off x="-981" y="2083794"/>
            <a:ext cx="7773382" cy="75167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642E85A4-3CD0-EB5A-86A3-8A09570282B0}"/>
              </a:ext>
            </a:extLst>
          </p:cNvPr>
          <p:cNvPicPr>
            <a:picLocks noChangeAspect="1"/>
          </p:cNvPicPr>
          <p:nvPr/>
        </p:nvPicPr>
        <p:blipFill>
          <a:blip r:embed="rId2">
            <a:extLst>
              <a:ext uri="{28A0092B-C50C-407E-A947-70E740481C1C}">
                <a14:useLocalDpi xmlns:a14="http://schemas.microsoft.com/office/drawing/2010/main" val="0"/>
              </a:ext>
            </a:extLst>
          </a:blip>
          <a:srcRect t="37349" b="30441"/>
          <a:stretch>
            <a:fillRect/>
          </a:stretch>
        </p:blipFill>
        <p:spPr>
          <a:xfrm>
            <a:off x="0" y="680755"/>
            <a:ext cx="7772400" cy="1403039"/>
          </a:xfrm>
          <a:prstGeom prst="rect">
            <a:avLst/>
          </a:prstGeom>
        </p:spPr>
      </p:pic>
      <p:sp>
        <p:nvSpPr>
          <p:cNvPr id="19" name="Rectangle 18">
            <a:extLst>
              <a:ext uri="{FF2B5EF4-FFF2-40B4-BE49-F238E27FC236}">
                <a16:creationId xmlns:a16="http://schemas.microsoft.com/office/drawing/2014/main" id="{CC27E7B3-6101-AB53-8E12-1BFB0A9D64A7}"/>
              </a:ext>
            </a:extLst>
          </p:cNvPr>
          <p:cNvSpPr/>
          <p:nvPr/>
        </p:nvSpPr>
        <p:spPr>
          <a:xfrm>
            <a:off x="0" y="584026"/>
            <a:ext cx="7772401" cy="1493269"/>
          </a:xfrm>
          <a:prstGeom prst="rect">
            <a:avLst/>
          </a:prstGeom>
          <a:solidFill>
            <a:schemeClr val="tx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ource Sans 3"/>
            </a:endParaRPr>
          </a:p>
        </p:txBody>
      </p:sp>
      <p:sp>
        <p:nvSpPr>
          <p:cNvPr id="4" name="Rectangle 3">
            <a:extLst>
              <a:ext uri="{FF2B5EF4-FFF2-40B4-BE49-F238E27FC236}">
                <a16:creationId xmlns:a16="http://schemas.microsoft.com/office/drawing/2014/main" id="{7F75F273-2409-8D7E-5B83-DD89625C5440}"/>
              </a:ext>
            </a:extLst>
          </p:cNvPr>
          <p:cNvSpPr/>
          <p:nvPr/>
        </p:nvSpPr>
        <p:spPr>
          <a:xfrm>
            <a:off x="-981" y="0"/>
            <a:ext cx="7773381"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E415F4F-55D3-0C77-C534-F0B3FB7163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8001" y="152933"/>
            <a:ext cx="1371600" cy="379934"/>
          </a:xfrm>
          <a:prstGeom prst="rect">
            <a:avLst/>
          </a:prstGeom>
        </p:spPr>
      </p:pic>
      <p:sp>
        <p:nvSpPr>
          <p:cNvPr id="40" name="Rectangle 39">
            <a:extLst>
              <a:ext uri="{FF2B5EF4-FFF2-40B4-BE49-F238E27FC236}">
                <a16:creationId xmlns:a16="http://schemas.microsoft.com/office/drawing/2014/main" id="{C864430E-5C33-2435-25F0-403B8354D72F}"/>
              </a:ext>
            </a:extLst>
          </p:cNvPr>
          <p:cNvSpPr/>
          <p:nvPr/>
        </p:nvSpPr>
        <p:spPr>
          <a:xfrm>
            <a:off x="-981" y="9601200"/>
            <a:ext cx="7773381"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5">
            <a:extLst>
              <a:ext uri="{FF2B5EF4-FFF2-40B4-BE49-F238E27FC236}">
                <a16:creationId xmlns:a16="http://schemas.microsoft.com/office/drawing/2014/main" id="{092B692E-BE52-3CF0-449B-37014566D056}"/>
              </a:ext>
            </a:extLst>
          </p:cNvPr>
          <p:cNvSpPr txBox="1">
            <a:spLocks/>
          </p:cNvSpPr>
          <p:nvPr/>
        </p:nvSpPr>
        <p:spPr>
          <a:xfrm>
            <a:off x="2562528" y="9704388"/>
            <a:ext cx="2646362" cy="354012"/>
          </a:xfrm>
          <a:prstGeom prst="rect">
            <a:avLst/>
          </a:prstGeom>
        </p:spPr>
        <p:txBody>
          <a:bodyPr/>
          <a:lstStyle>
            <a:lvl1pPr marL="0" indent="0" algn="l" defTabSz="777240" rtl="0" eaLnBrk="1" latinLnBrk="0" hangingPunct="1">
              <a:lnSpc>
                <a:spcPct val="90000"/>
              </a:lnSpc>
              <a:spcBef>
                <a:spcPts val="850"/>
              </a:spcBef>
              <a:buFont typeface="Arial" panose="020B0604020202020204" pitchFamily="34" charset="0"/>
              <a:buNone/>
              <a:defRPr sz="1400" b="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algn="ctr"/>
            <a:r>
              <a:rPr lang="en-US" sz="1200">
                <a:solidFill>
                  <a:schemeClr val="bg1"/>
                </a:solidFill>
              </a:rPr>
              <a:t>think</a:t>
            </a:r>
            <a:r>
              <a:rPr lang="en-US" sz="1200">
                <a:solidFill>
                  <a:schemeClr val="accent3"/>
                </a:solidFill>
                <a:latin typeface="Source Sans Pro Semibold" panose="020B0603030403020204" pitchFamily="34" charset="0"/>
              </a:rPr>
              <a:t>CCIG</a:t>
            </a:r>
            <a:r>
              <a:rPr lang="en-US" sz="1200">
                <a:solidFill>
                  <a:schemeClr val="bg1"/>
                </a:solidFill>
              </a:rPr>
              <a:t>.com</a:t>
            </a:r>
          </a:p>
        </p:txBody>
      </p:sp>
      <p:sp>
        <p:nvSpPr>
          <p:cNvPr id="17" name="TextBox 16">
            <a:extLst>
              <a:ext uri="{FF2B5EF4-FFF2-40B4-BE49-F238E27FC236}">
                <a16:creationId xmlns:a16="http://schemas.microsoft.com/office/drawing/2014/main" id="{2709E260-A9BC-3039-658B-2D564F64D049}"/>
              </a:ext>
            </a:extLst>
          </p:cNvPr>
          <p:cNvSpPr txBox="1"/>
          <p:nvPr/>
        </p:nvSpPr>
        <p:spPr>
          <a:xfrm>
            <a:off x="1556897" y="1065484"/>
            <a:ext cx="4646484" cy="646331"/>
          </a:xfrm>
          <a:prstGeom prst="rect">
            <a:avLst/>
          </a:prstGeom>
          <a:noFill/>
        </p:spPr>
        <p:txBody>
          <a:bodyPr wrap="square" rtlCol="0">
            <a:spAutoFit/>
          </a:bodyPr>
          <a:lstStyle/>
          <a:p>
            <a:pPr algn="ctr"/>
            <a:r>
              <a:rPr lang="en-US" b="1" i="1" spc="100">
                <a:solidFill>
                  <a:schemeClr val="bg2"/>
                </a:solidFill>
                <a:latin typeface="+mj-lt"/>
              </a:rPr>
              <a:t>Empowering Your Future with Tailored Risk Management Solutions</a:t>
            </a:r>
          </a:p>
        </p:txBody>
      </p:sp>
      <p:sp>
        <p:nvSpPr>
          <p:cNvPr id="26" name="TextBox 25">
            <a:extLst>
              <a:ext uri="{FF2B5EF4-FFF2-40B4-BE49-F238E27FC236}">
                <a16:creationId xmlns:a16="http://schemas.microsoft.com/office/drawing/2014/main" id="{C02D879D-9873-D8A6-B93B-EBAB2601014C}"/>
              </a:ext>
            </a:extLst>
          </p:cNvPr>
          <p:cNvSpPr txBox="1"/>
          <p:nvPr/>
        </p:nvSpPr>
        <p:spPr>
          <a:xfrm>
            <a:off x="2278809" y="2402150"/>
            <a:ext cx="5029201" cy="1954381"/>
          </a:xfrm>
          <a:prstGeom prst="rect">
            <a:avLst/>
          </a:prstGeom>
          <a:noFill/>
        </p:spPr>
        <p:txBody>
          <a:bodyPr wrap="square">
            <a:spAutoFit/>
          </a:bodyPr>
          <a:lstStyle/>
          <a:p>
            <a:r>
              <a:rPr lang="en-US" sz="1100">
                <a:solidFill>
                  <a:srgbClr val="333333"/>
                </a:solidFill>
                <a:latin typeface="Source Sans 3"/>
              </a:rPr>
              <a:t>Kevin Shafer is a Senior Advisor at CCIG who specializes in building data-informed insurance programs tailored to each client’s unique needs. With a focus on distribution, he takes a highly methodical approach to understanding each client’s risk appetite and long-term goals. </a:t>
            </a:r>
          </a:p>
          <a:p>
            <a:endParaRPr lang="en-US" sz="1100">
              <a:solidFill>
                <a:srgbClr val="333333"/>
              </a:solidFill>
              <a:latin typeface="Source Sans 3"/>
            </a:endParaRPr>
          </a:p>
          <a:p>
            <a:r>
              <a:rPr lang="en-US" sz="1100">
                <a:solidFill>
                  <a:srgbClr val="333333"/>
                </a:solidFill>
                <a:latin typeface="Source Sans 3"/>
              </a:rPr>
              <a:t>Since joining CCIG in 2021, he has advanced through roles in account service, marketing analysis, and advisory, building hands-on experience across renewals, carrier strategy, proposal development, claims trend analysis, and client communications. In his current role, he works closely with clients, internal teams, and carrier partners to identify coverage gaps and implement risk strategy initiatives designed to strengthen overall program performance.</a:t>
            </a:r>
          </a:p>
        </p:txBody>
      </p:sp>
      <p:grpSp>
        <p:nvGrpSpPr>
          <p:cNvPr id="27" name="Group 26">
            <a:extLst>
              <a:ext uri="{FF2B5EF4-FFF2-40B4-BE49-F238E27FC236}">
                <a16:creationId xmlns:a16="http://schemas.microsoft.com/office/drawing/2014/main" id="{705649A0-6B4A-CADD-A6D4-3A78B7E7AF72}"/>
              </a:ext>
            </a:extLst>
          </p:cNvPr>
          <p:cNvGrpSpPr/>
          <p:nvPr/>
        </p:nvGrpSpPr>
        <p:grpSpPr>
          <a:xfrm>
            <a:off x="76651" y="2366153"/>
            <a:ext cx="1886016" cy="2072136"/>
            <a:chOff x="416428" y="3745284"/>
            <a:chExt cx="1886016" cy="2072136"/>
          </a:xfrm>
        </p:grpSpPr>
        <p:pic>
          <p:nvPicPr>
            <p:cNvPr id="15" name="Picture 14">
              <a:extLst>
                <a:ext uri="{FF2B5EF4-FFF2-40B4-BE49-F238E27FC236}">
                  <a16:creationId xmlns:a16="http://schemas.microsoft.com/office/drawing/2014/main" id="{1B858744-54E5-4EA7-47C1-DB8CFBA7E49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56918" y="3745284"/>
              <a:ext cx="1097278" cy="1097278"/>
            </a:xfrm>
            <a:prstGeom prst="rect">
              <a:avLst/>
            </a:prstGeom>
            <a:effectLst/>
          </p:spPr>
        </p:pic>
        <p:sp>
          <p:nvSpPr>
            <p:cNvPr id="20" name="TextBox 19">
              <a:extLst>
                <a:ext uri="{FF2B5EF4-FFF2-40B4-BE49-F238E27FC236}">
                  <a16:creationId xmlns:a16="http://schemas.microsoft.com/office/drawing/2014/main" id="{C29A2895-4145-E0AE-D032-B234432689F0}"/>
                </a:ext>
              </a:extLst>
            </p:cNvPr>
            <p:cNvSpPr txBox="1"/>
            <p:nvPr/>
          </p:nvSpPr>
          <p:spPr>
            <a:xfrm>
              <a:off x="418025" y="4922148"/>
              <a:ext cx="1845661" cy="307777"/>
            </a:xfrm>
            <a:prstGeom prst="rect">
              <a:avLst/>
            </a:prstGeom>
            <a:noFill/>
          </p:spPr>
          <p:txBody>
            <a:bodyPr wrap="square" rtlCol="0">
              <a:spAutoFit/>
            </a:bodyPr>
            <a:lstStyle/>
            <a:p>
              <a:pPr algn="r"/>
              <a:r>
                <a:rPr lang="en-US" sz="1400">
                  <a:solidFill>
                    <a:schemeClr val="accent5"/>
                  </a:solidFill>
                  <a:latin typeface="Playfair Display Bold italic" panose="00000800000000000000" pitchFamily="2" charset="0"/>
                </a:rPr>
                <a:t>Kevin Shafer</a:t>
              </a:r>
            </a:p>
          </p:txBody>
        </p:sp>
        <p:sp>
          <p:nvSpPr>
            <p:cNvPr id="21" name="TextBox 20">
              <a:extLst>
                <a:ext uri="{FF2B5EF4-FFF2-40B4-BE49-F238E27FC236}">
                  <a16:creationId xmlns:a16="http://schemas.microsoft.com/office/drawing/2014/main" id="{71247B7F-41EB-6D04-2392-51FE03D18FC7}"/>
                </a:ext>
              </a:extLst>
            </p:cNvPr>
            <p:cNvSpPr txBox="1"/>
            <p:nvPr/>
          </p:nvSpPr>
          <p:spPr>
            <a:xfrm>
              <a:off x="418025" y="5148006"/>
              <a:ext cx="1845662" cy="261610"/>
            </a:xfrm>
            <a:prstGeom prst="rect">
              <a:avLst/>
            </a:prstGeom>
            <a:noFill/>
          </p:spPr>
          <p:txBody>
            <a:bodyPr wrap="square" rtlCol="0">
              <a:spAutoFit/>
            </a:bodyPr>
            <a:lstStyle/>
            <a:p>
              <a:pPr algn="r"/>
              <a:r>
                <a:rPr lang="en-US" sz="1100">
                  <a:solidFill>
                    <a:schemeClr val="accent4"/>
                  </a:solidFill>
                  <a:latin typeface="Source Sans Pro Semibold" panose="020B0603030403020204" pitchFamily="34" charset="0"/>
                  <a:ea typeface="Source Sans Pro Semibold" panose="020B0603030403020204" pitchFamily="34" charset="0"/>
                </a:rPr>
                <a:t>Senior Insurance Advisor</a:t>
              </a:r>
              <a:endParaRPr lang="en-US" sz="1600">
                <a:solidFill>
                  <a:schemeClr val="accent4"/>
                </a:solidFill>
                <a:latin typeface="Source Sans Pro Semibold" panose="020B0603030403020204" pitchFamily="34" charset="0"/>
                <a:ea typeface="Source Sans Pro Semibold" panose="020B0603030403020204" pitchFamily="34" charset="0"/>
              </a:endParaRPr>
            </a:p>
          </p:txBody>
        </p:sp>
        <p:sp>
          <p:nvSpPr>
            <p:cNvPr id="22" name="TextBox 21">
              <a:extLst>
                <a:ext uri="{FF2B5EF4-FFF2-40B4-BE49-F238E27FC236}">
                  <a16:creationId xmlns:a16="http://schemas.microsoft.com/office/drawing/2014/main" id="{5B64C8A6-7237-5418-8BF8-3A9F4BB03D4B}"/>
                </a:ext>
              </a:extLst>
            </p:cNvPr>
            <p:cNvSpPr txBox="1"/>
            <p:nvPr/>
          </p:nvSpPr>
          <p:spPr>
            <a:xfrm>
              <a:off x="416428" y="5401922"/>
              <a:ext cx="1886016" cy="415498"/>
            </a:xfrm>
            <a:prstGeom prst="rect">
              <a:avLst/>
            </a:prstGeom>
            <a:noFill/>
          </p:spPr>
          <p:txBody>
            <a:bodyPr wrap="square" rtlCol="0">
              <a:spAutoFit/>
            </a:bodyPr>
            <a:lstStyle/>
            <a:p>
              <a:pPr algn="r"/>
              <a:r>
                <a:rPr lang="en-US" sz="1050">
                  <a:solidFill>
                    <a:srgbClr val="333333"/>
                  </a:solidFill>
                </a:rPr>
                <a:t>(720)-330-7924</a:t>
              </a:r>
            </a:p>
            <a:p>
              <a:pPr algn="r"/>
              <a:r>
                <a:rPr lang="en-US" sz="1050" b="1">
                  <a:solidFill>
                    <a:schemeClr val="accent5"/>
                  </a:solidFill>
                </a:rPr>
                <a:t>kevin.shafer@thinkccig.com</a:t>
              </a:r>
              <a:endParaRPr lang="en-US" sz="1400" b="1">
                <a:solidFill>
                  <a:schemeClr val="accent5"/>
                </a:solidFill>
              </a:endParaRPr>
            </a:p>
          </p:txBody>
        </p:sp>
      </p:grpSp>
      <p:grpSp>
        <p:nvGrpSpPr>
          <p:cNvPr id="2" name="Group 1">
            <a:extLst>
              <a:ext uri="{FF2B5EF4-FFF2-40B4-BE49-F238E27FC236}">
                <a16:creationId xmlns:a16="http://schemas.microsoft.com/office/drawing/2014/main" id="{39D8434D-2021-8706-C2F6-83757059A245}"/>
              </a:ext>
            </a:extLst>
          </p:cNvPr>
          <p:cNvGrpSpPr/>
          <p:nvPr/>
        </p:nvGrpSpPr>
        <p:grpSpPr>
          <a:xfrm>
            <a:off x="218001" y="4739868"/>
            <a:ext cx="7554399" cy="4571823"/>
            <a:chOff x="218001" y="4739868"/>
            <a:chExt cx="7554399" cy="4571823"/>
          </a:xfrm>
        </p:grpSpPr>
        <p:sp>
          <p:nvSpPr>
            <p:cNvPr id="3" name="Rectangle: Rounded Corners 2">
              <a:extLst>
                <a:ext uri="{FF2B5EF4-FFF2-40B4-BE49-F238E27FC236}">
                  <a16:creationId xmlns:a16="http://schemas.microsoft.com/office/drawing/2014/main" id="{EB8A2B5A-4FA0-4060-F0A0-D47506E2BF63}"/>
                </a:ext>
              </a:extLst>
            </p:cNvPr>
            <p:cNvSpPr/>
            <p:nvPr/>
          </p:nvSpPr>
          <p:spPr>
            <a:xfrm>
              <a:off x="218001" y="5270523"/>
              <a:ext cx="7315200" cy="3491877"/>
            </a:xfrm>
            <a:prstGeom prst="roundRect">
              <a:avLst>
                <a:gd name="adj" fmla="val 0"/>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274320" rtlCol="0" anchor="t"/>
            <a:lstStyle/>
            <a:p>
              <a:pPr algn="just">
                <a:lnSpc>
                  <a:spcPct val="105000"/>
                </a:lnSpc>
              </a:pPr>
              <a:endParaRPr lang="en-US" sz="1050">
                <a:solidFill>
                  <a:srgbClr val="333333"/>
                </a:solidFill>
              </a:endParaRPr>
            </a:p>
          </p:txBody>
        </p:sp>
        <p:sp>
          <p:nvSpPr>
            <p:cNvPr id="6" name="Rectangle: Top Corners Rounded 5">
              <a:extLst>
                <a:ext uri="{FF2B5EF4-FFF2-40B4-BE49-F238E27FC236}">
                  <a16:creationId xmlns:a16="http://schemas.microsoft.com/office/drawing/2014/main" id="{FC71767C-7370-A69C-4E11-16CD0153042A}"/>
                </a:ext>
              </a:extLst>
            </p:cNvPr>
            <p:cNvSpPr/>
            <p:nvPr/>
          </p:nvSpPr>
          <p:spPr>
            <a:xfrm>
              <a:off x="218001" y="4739868"/>
              <a:ext cx="7315200" cy="548640"/>
            </a:xfrm>
            <a:prstGeom prst="round2SameRect">
              <a:avLst>
                <a:gd name="adj1" fmla="val 6250"/>
                <a:gd name="adj2" fmla="val 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Top Corners Rounded 6">
              <a:hlinkClick r:id="rId5"/>
              <a:extLst>
                <a:ext uri="{FF2B5EF4-FFF2-40B4-BE49-F238E27FC236}">
                  <a16:creationId xmlns:a16="http://schemas.microsoft.com/office/drawing/2014/main" id="{8C8377A2-C15F-1464-13BA-13FAED033B44}"/>
                </a:ext>
              </a:extLst>
            </p:cNvPr>
            <p:cNvSpPr/>
            <p:nvPr/>
          </p:nvSpPr>
          <p:spPr>
            <a:xfrm>
              <a:off x="218001" y="8763051"/>
              <a:ext cx="7315200" cy="548640"/>
            </a:xfrm>
            <a:prstGeom prst="round2SameRect">
              <a:avLst>
                <a:gd name="adj1" fmla="val 0"/>
                <a:gd name="adj2" fmla="val 625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bIns="91440" rtlCol="0" anchor="t"/>
            <a:lstStyle/>
            <a:p>
              <a:pPr algn="ctr"/>
              <a:r>
                <a:rPr lang="en-US" sz="1100" spc="100">
                  <a:solidFill>
                    <a:schemeClr val="bg2"/>
                  </a:solidFill>
                  <a:latin typeface="Source Sans Pro Bold" panose="020B0703030403020204" pitchFamily="34" charset="0"/>
                </a:rPr>
                <a:t>LEARN MORE</a:t>
              </a:r>
            </a:p>
            <a:p>
              <a:pPr algn="ctr"/>
              <a:r>
                <a:rPr lang="en-US" sz="1000">
                  <a:solidFill>
                    <a:schemeClr val="tx1"/>
                  </a:solidFill>
                  <a:latin typeface="Source Sans Pro Semibold" panose="020B0603030403020204" pitchFamily="34" charset="0"/>
                </a:rPr>
                <a:t>Visit </a:t>
              </a:r>
              <a:r>
                <a:rPr lang="en-US" sz="1000" u="sng">
                  <a:solidFill>
                    <a:schemeClr val="tx1"/>
                  </a:solidFill>
                  <a:latin typeface="Source Sans Pro Semibold" panose="020B0603030403020204" pitchFamily="34" charset="0"/>
                  <a:hlinkClick r:id="rId6">
                    <a:extLst>
                      <a:ext uri="{A12FA001-AC4F-418D-AE19-62706E023703}">
                        <ahyp:hlinkClr xmlns:ahyp="http://schemas.microsoft.com/office/drawing/2018/hyperlinkcolor" val="tx"/>
                      </a:ext>
                    </a:extLst>
                  </a:hlinkClick>
                </a:rPr>
                <a:t>resources.thinkccig.com/capabilities/</a:t>
              </a:r>
              <a:r>
                <a:rPr lang="en-US" sz="1000" u="sng" err="1">
                  <a:solidFill>
                    <a:schemeClr val="tx1"/>
                  </a:solidFill>
                  <a:latin typeface="Source Sans Pro Semibold" panose="020B0603030403020204" pitchFamily="34" charset="0"/>
                  <a:hlinkClick r:id="rId6">
                    <a:extLst>
                      <a:ext uri="{A12FA001-AC4F-418D-AE19-62706E023703}">
                        <ahyp:hlinkClr xmlns:ahyp="http://schemas.microsoft.com/office/drawing/2018/hyperlinkcolor" val="tx"/>
                      </a:ext>
                    </a:extLst>
                  </a:hlinkClick>
                </a:rPr>
                <a:t>smb</a:t>
              </a:r>
              <a:endParaRPr lang="en-US" sz="1000" u="sng">
                <a:solidFill>
                  <a:schemeClr val="tx1"/>
                </a:solidFill>
                <a:latin typeface="Source Sans Pro Semibold" panose="020B0603030403020204" pitchFamily="34" charset="0"/>
              </a:endParaRPr>
            </a:p>
          </p:txBody>
        </p:sp>
        <p:sp>
          <p:nvSpPr>
            <p:cNvPr id="8" name="TextBox 7">
              <a:extLst>
                <a:ext uri="{FF2B5EF4-FFF2-40B4-BE49-F238E27FC236}">
                  <a16:creationId xmlns:a16="http://schemas.microsoft.com/office/drawing/2014/main" id="{E5CAA9CF-8A44-084B-951D-E96C8881D8B2}"/>
                </a:ext>
              </a:extLst>
            </p:cNvPr>
            <p:cNvSpPr txBox="1"/>
            <p:nvPr/>
          </p:nvSpPr>
          <p:spPr>
            <a:xfrm>
              <a:off x="239199" y="4874947"/>
              <a:ext cx="7294004" cy="292388"/>
            </a:xfrm>
            <a:prstGeom prst="rect">
              <a:avLst/>
            </a:prstGeom>
            <a:noFill/>
          </p:spPr>
          <p:txBody>
            <a:bodyPr wrap="square" rtlCol="0">
              <a:spAutoFit/>
            </a:bodyPr>
            <a:lstStyle/>
            <a:p>
              <a:pPr algn="ctr"/>
              <a:r>
                <a:rPr lang="en-US" sz="1300" spc="100">
                  <a:solidFill>
                    <a:schemeClr val="bg2"/>
                  </a:solidFill>
                  <a:latin typeface="Source Sans Pro Semibold" panose="020B0603030403020204" pitchFamily="34" charset="0"/>
                </a:rPr>
                <a:t>INSURANCE FOR SMALL AND MID-SIZED BUSINESSES</a:t>
              </a:r>
            </a:p>
          </p:txBody>
        </p:sp>
        <p:pic>
          <p:nvPicPr>
            <p:cNvPr id="9" name="Picture 8">
              <a:extLst>
                <a:ext uri="{FF2B5EF4-FFF2-40B4-BE49-F238E27FC236}">
                  <a16:creationId xmlns:a16="http://schemas.microsoft.com/office/drawing/2014/main" id="{D001D747-FC29-F08A-05E7-8DE8F9748549}"/>
                </a:ext>
              </a:extLst>
            </p:cNvPr>
            <p:cNvPicPr>
              <a:picLocks noChangeAspect="1"/>
            </p:cNvPicPr>
            <p:nvPr/>
          </p:nvPicPr>
          <p:blipFill>
            <a:blip r:embed="rId7">
              <a:alphaModFix amt="25000"/>
              <a:extLst>
                <a:ext uri="{28A0092B-C50C-407E-A947-70E740481C1C}">
                  <a14:useLocalDpi xmlns:a14="http://schemas.microsoft.com/office/drawing/2010/main" val="0"/>
                </a:ext>
              </a:extLst>
            </a:blip>
            <a:srcRect/>
            <a:stretch/>
          </p:blipFill>
          <p:spPr>
            <a:xfrm>
              <a:off x="1775022" y="5463149"/>
              <a:ext cx="4221373" cy="3146419"/>
            </a:xfrm>
            <a:prstGeom prst="rect">
              <a:avLst/>
            </a:prstGeom>
          </p:spPr>
        </p:pic>
        <p:grpSp>
          <p:nvGrpSpPr>
            <p:cNvPr id="11" name="Group 10">
              <a:extLst>
                <a:ext uri="{FF2B5EF4-FFF2-40B4-BE49-F238E27FC236}">
                  <a16:creationId xmlns:a16="http://schemas.microsoft.com/office/drawing/2014/main" id="{EC725399-A101-84A0-3080-C1381419E862}"/>
                </a:ext>
              </a:extLst>
            </p:cNvPr>
            <p:cNvGrpSpPr/>
            <p:nvPr/>
          </p:nvGrpSpPr>
          <p:grpSpPr>
            <a:xfrm>
              <a:off x="536922" y="5358090"/>
              <a:ext cx="7235478" cy="3235791"/>
              <a:chOff x="367336" y="5402428"/>
              <a:chExt cx="7235478" cy="3235791"/>
            </a:xfrm>
          </p:grpSpPr>
          <p:sp>
            <p:nvSpPr>
              <p:cNvPr id="12" name="Rectangle: Rounded Corners 11">
                <a:extLst>
                  <a:ext uri="{FF2B5EF4-FFF2-40B4-BE49-F238E27FC236}">
                    <a16:creationId xmlns:a16="http://schemas.microsoft.com/office/drawing/2014/main" id="{8B82C68B-0241-64C7-035F-FAE774FADB66}"/>
                  </a:ext>
                </a:extLst>
              </p:cNvPr>
              <p:cNvSpPr/>
              <p:nvPr/>
            </p:nvSpPr>
            <p:spPr>
              <a:xfrm>
                <a:off x="4105108" y="7004365"/>
                <a:ext cx="2912408" cy="1633854"/>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Claims Advocacy</a:t>
                </a:r>
              </a:p>
              <a:p>
                <a:pPr marL="171450" indent="-171450">
                  <a:lnSpc>
                    <a:spcPct val="150000"/>
                  </a:lnSpc>
                  <a:buFont typeface="Wingdings" panose="05000000000000000000" pitchFamily="2" charset="2"/>
                  <a:buChar char="§"/>
                </a:pPr>
                <a:r>
                  <a:rPr lang="en-US" sz="1100">
                    <a:solidFill>
                      <a:srgbClr val="333333"/>
                    </a:solidFill>
                  </a:rPr>
                  <a:t>Guidance through the claims process</a:t>
                </a:r>
              </a:p>
              <a:p>
                <a:pPr marL="171450" indent="-171450">
                  <a:lnSpc>
                    <a:spcPct val="150000"/>
                  </a:lnSpc>
                  <a:buFont typeface="Wingdings" panose="05000000000000000000" pitchFamily="2" charset="2"/>
                  <a:buChar char="§"/>
                </a:pPr>
                <a:r>
                  <a:rPr lang="en-US" sz="1100">
                    <a:solidFill>
                      <a:srgbClr val="333333"/>
                    </a:solidFill>
                  </a:rPr>
                  <a:t>Coordinate directly with insurance carriers</a:t>
                </a:r>
              </a:p>
              <a:p>
                <a:pPr marL="171450" indent="-171450">
                  <a:lnSpc>
                    <a:spcPct val="150000"/>
                  </a:lnSpc>
                  <a:buFont typeface="Wingdings" panose="05000000000000000000" pitchFamily="2" charset="2"/>
                  <a:buChar char="§"/>
                </a:pPr>
                <a:r>
                  <a:rPr lang="en-US" sz="1100">
                    <a:solidFill>
                      <a:srgbClr val="333333"/>
                    </a:solidFill>
                  </a:rPr>
                  <a:t>Advocate during complex loss situations</a:t>
                </a:r>
              </a:p>
              <a:p>
                <a:pPr marL="171450" indent="-171450">
                  <a:lnSpc>
                    <a:spcPct val="150000"/>
                  </a:lnSpc>
                  <a:buFont typeface="Wingdings" panose="05000000000000000000" pitchFamily="2" charset="2"/>
                  <a:buChar char="§"/>
                </a:pPr>
                <a:r>
                  <a:rPr lang="en-US" sz="1100">
                    <a:solidFill>
                      <a:srgbClr val="333333"/>
                    </a:solidFill>
                  </a:rPr>
                  <a:t>Provide updates through resolution</a:t>
                </a:r>
              </a:p>
            </p:txBody>
          </p:sp>
          <p:sp>
            <p:nvSpPr>
              <p:cNvPr id="13" name="Rectangle: Rounded Corners 12">
                <a:extLst>
                  <a:ext uri="{FF2B5EF4-FFF2-40B4-BE49-F238E27FC236}">
                    <a16:creationId xmlns:a16="http://schemas.microsoft.com/office/drawing/2014/main" id="{753CDCD4-0961-48CE-C79C-551387440BE1}"/>
                  </a:ext>
                </a:extLst>
              </p:cNvPr>
              <p:cNvSpPr/>
              <p:nvPr/>
            </p:nvSpPr>
            <p:spPr>
              <a:xfrm>
                <a:off x="367336" y="5402428"/>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Risk Assessment</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Identify operational and financial exposures</a:t>
                </a:r>
              </a:p>
              <a:p>
                <a:pPr marL="171450" indent="-171450">
                  <a:lnSpc>
                    <a:spcPct val="150000"/>
                  </a:lnSpc>
                  <a:buFont typeface="Wingdings" panose="05000000000000000000" pitchFamily="2" charset="2"/>
                  <a:buChar char="§"/>
                </a:pPr>
                <a:r>
                  <a:rPr lang="en-US" sz="1100">
                    <a:solidFill>
                      <a:srgbClr val="333333"/>
                    </a:solidFill>
                  </a:rPr>
                  <a:t>Analyze coverage gaps and overlaps</a:t>
                </a:r>
              </a:p>
              <a:p>
                <a:pPr marL="171450" indent="-171450">
                  <a:lnSpc>
                    <a:spcPct val="150000"/>
                  </a:lnSpc>
                  <a:buFont typeface="Wingdings" panose="05000000000000000000" pitchFamily="2" charset="2"/>
                  <a:buChar char="§"/>
                </a:pPr>
                <a:r>
                  <a:rPr lang="en-US" sz="1100">
                    <a:solidFill>
                      <a:srgbClr val="333333"/>
                    </a:solidFill>
                  </a:rPr>
                  <a:t>Review contracts and insurance requirements</a:t>
                </a:r>
              </a:p>
              <a:p>
                <a:pPr marL="171450" indent="-171450">
                  <a:lnSpc>
                    <a:spcPct val="150000"/>
                  </a:lnSpc>
                  <a:buFont typeface="Wingdings" panose="05000000000000000000" pitchFamily="2" charset="2"/>
                  <a:buChar char="§"/>
                </a:pPr>
                <a:r>
                  <a:rPr lang="en-US" sz="1100">
                    <a:solidFill>
                      <a:srgbClr val="333333"/>
                    </a:solidFill>
                  </a:rPr>
                  <a:t>Benchmark risk against industry trends</a:t>
                </a:r>
              </a:p>
            </p:txBody>
          </p:sp>
          <p:sp>
            <p:nvSpPr>
              <p:cNvPr id="14" name="Rectangle: Rounded Corners 13">
                <a:extLst>
                  <a:ext uri="{FF2B5EF4-FFF2-40B4-BE49-F238E27FC236}">
                    <a16:creationId xmlns:a16="http://schemas.microsoft.com/office/drawing/2014/main" id="{0B6C6A7C-48F3-10CC-016B-2F6505C9E284}"/>
                  </a:ext>
                </a:extLst>
              </p:cNvPr>
              <p:cNvSpPr/>
              <p:nvPr/>
            </p:nvSpPr>
            <p:spPr>
              <a:xfrm>
                <a:off x="4094549" y="5407908"/>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Loss Prevention</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Develop proactive safety initiatives</a:t>
                </a:r>
              </a:p>
              <a:p>
                <a:pPr marL="171450" indent="-171450">
                  <a:lnSpc>
                    <a:spcPct val="150000"/>
                  </a:lnSpc>
                  <a:buFont typeface="Wingdings" panose="05000000000000000000" pitchFamily="2" charset="2"/>
                  <a:buChar char="§"/>
                </a:pPr>
                <a:r>
                  <a:rPr lang="en-US" sz="1100">
                    <a:solidFill>
                      <a:srgbClr val="333333"/>
                    </a:solidFill>
                  </a:rPr>
                  <a:t>Implement loss control recommendations</a:t>
                </a:r>
              </a:p>
              <a:p>
                <a:pPr marL="171450" indent="-171450">
                  <a:lnSpc>
                    <a:spcPct val="150000"/>
                  </a:lnSpc>
                  <a:buFont typeface="Wingdings" panose="05000000000000000000" pitchFamily="2" charset="2"/>
                  <a:buChar char="§"/>
                </a:pPr>
                <a:r>
                  <a:rPr lang="en-US" sz="1100">
                    <a:solidFill>
                      <a:srgbClr val="333333"/>
                    </a:solidFill>
                  </a:rPr>
                  <a:t>Provide OSHA and compliance resources</a:t>
                </a:r>
              </a:p>
              <a:p>
                <a:pPr marL="171450" indent="-171450">
                  <a:lnSpc>
                    <a:spcPct val="150000"/>
                  </a:lnSpc>
                  <a:buFont typeface="Wingdings" panose="05000000000000000000" pitchFamily="2" charset="2"/>
                  <a:buChar char="§"/>
                </a:pPr>
                <a:r>
                  <a:rPr lang="en-US" sz="1100">
                    <a:solidFill>
                      <a:srgbClr val="333333"/>
                    </a:solidFill>
                  </a:rPr>
                  <a:t>Strengthen fleet and driver safety</a:t>
                </a:r>
              </a:p>
            </p:txBody>
          </p:sp>
          <p:sp>
            <p:nvSpPr>
              <p:cNvPr id="25" name="Rectangle: Rounded Corners 24">
                <a:extLst>
                  <a:ext uri="{FF2B5EF4-FFF2-40B4-BE49-F238E27FC236}">
                    <a16:creationId xmlns:a16="http://schemas.microsoft.com/office/drawing/2014/main" id="{7397B74B-6144-855A-C33E-56662BAF21D3}"/>
                  </a:ext>
                </a:extLst>
              </p:cNvPr>
              <p:cNvSpPr/>
              <p:nvPr/>
            </p:nvSpPr>
            <p:spPr>
              <a:xfrm>
                <a:off x="377861" y="7080697"/>
                <a:ext cx="3508265" cy="1493269"/>
              </a:xfrm>
              <a:prstGeom prst="roundRect">
                <a:avLst>
                  <a:gd name="adj" fmla="val 89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rtlCol="0" anchor="ctr"/>
              <a:lstStyle/>
              <a:p>
                <a:pPr>
                  <a:lnSpc>
                    <a:spcPct val="105000"/>
                  </a:lnSpc>
                  <a:spcBef>
                    <a:spcPts val="600"/>
                  </a:spcBef>
                  <a:spcAft>
                    <a:spcPts val="400"/>
                  </a:spcAft>
                </a:pPr>
                <a:r>
                  <a:rPr lang="en-US" sz="1300" b="1" spc="50">
                    <a:solidFill>
                      <a:schemeClr val="accent5"/>
                    </a:solidFill>
                    <a:latin typeface="Source Sans Pro Semibold" panose="020B0603030403020204" pitchFamily="34" charset="0"/>
                  </a:rPr>
                  <a:t>Ongoing Risk Management</a:t>
                </a:r>
                <a:endParaRPr lang="en-US" sz="1100">
                  <a:solidFill>
                    <a:schemeClr val="accent5"/>
                  </a:solidFill>
                  <a:latin typeface="Source Sans Pro Semibold" panose="020B0603030403020204" pitchFamily="34" charset="0"/>
                </a:endParaRPr>
              </a:p>
              <a:p>
                <a:pPr marL="171450" indent="-171450">
                  <a:lnSpc>
                    <a:spcPct val="150000"/>
                  </a:lnSpc>
                  <a:buFont typeface="Wingdings" panose="05000000000000000000" pitchFamily="2" charset="2"/>
                  <a:buChar char="§"/>
                </a:pPr>
                <a:r>
                  <a:rPr lang="en-US" sz="1100">
                    <a:solidFill>
                      <a:srgbClr val="333333"/>
                    </a:solidFill>
                  </a:rPr>
                  <a:t>Monitor claims and loss trends</a:t>
                </a:r>
              </a:p>
              <a:p>
                <a:pPr marL="171450" indent="-171450">
                  <a:lnSpc>
                    <a:spcPct val="150000"/>
                  </a:lnSpc>
                  <a:buFont typeface="Wingdings" panose="05000000000000000000" pitchFamily="2" charset="2"/>
                  <a:buChar char="§"/>
                </a:pPr>
                <a:r>
                  <a:rPr lang="en-US" sz="1100">
                    <a:solidFill>
                      <a:srgbClr val="333333"/>
                    </a:solidFill>
                  </a:rPr>
                  <a:t>Review experience modification factors</a:t>
                </a:r>
              </a:p>
              <a:p>
                <a:pPr marL="171450" indent="-171450">
                  <a:lnSpc>
                    <a:spcPct val="150000"/>
                  </a:lnSpc>
                  <a:buFont typeface="Wingdings" panose="05000000000000000000" pitchFamily="2" charset="2"/>
                  <a:buChar char="§"/>
                </a:pPr>
                <a:r>
                  <a:rPr lang="en-US" sz="1100">
                    <a:solidFill>
                      <a:srgbClr val="333333"/>
                    </a:solidFill>
                  </a:rPr>
                  <a:t>Refine renewal and coverage strategies</a:t>
                </a:r>
              </a:p>
              <a:p>
                <a:pPr marL="171450" indent="-171450">
                  <a:lnSpc>
                    <a:spcPct val="150000"/>
                  </a:lnSpc>
                  <a:buFont typeface="Wingdings" panose="05000000000000000000" pitchFamily="2" charset="2"/>
                  <a:buChar char="§"/>
                </a:pPr>
                <a:r>
                  <a:rPr lang="en-US" sz="1100">
                    <a:solidFill>
                      <a:srgbClr val="333333"/>
                    </a:solidFill>
                  </a:rPr>
                  <a:t>Support business continuity planning</a:t>
                </a:r>
              </a:p>
            </p:txBody>
          </p:sp>
        </p:grpSp>
      </p:grpSp>
      <p:sp>
        <p:nvSpPr>
          <p:cNvPr id="18" name="TextBox 17">
            <a:extLst>
              <a:ext uri="{FF2B5EF4-FFF2-40B4-BE49-F238E27FC236}">
                <a16:creationId xmlns:a16="http://schemas.microsoft.com/office/drawing/2014/main" id="{D52B1C33-61DD-6840-BE6C-90B2611482C4}"/>
              </a:ext>
            </a:extLst>
          </p:cNvPr>
          <p:cNvSpPr txBox="1"/>
          <p:nvPr/>
        </p:nvSpPr>
        <p:spPr>
          <a:xfrm>
            <a:off x="4055712" y="102364"/>
            <a:ext cx="3498687" cy="443711"/>
          </a:xfrm>
          <a:prstGeom prst="rect">
            <a:avLst/>
          </a:prstGeom>
          <a:noFill/>
        </p:spPr>
        <p:txBody>
          <a:bodyPr wrap="square" rIns="0" rtlCol="0">
            <a:spAutoFit/>
          </a:bodyPr>
          <a:lstStyle/>
          <a:p>
            <a:pPr algn="r">
              <a:spcAft>
                <a:spcPts val="129"/>
              </a:spcAft>
            </a:pPr>
            <a:r>
              <a:rPr lang="en-US" sz="1100" spc="32">
                <a:solidFill>
                  <a:schemeClr val="accent4"/>
                </a:solidFill>
                <a:latin typeface="Source Sans Pro Semibold" panose="020B0603030403020204" pitchFamily="34" charset="0"/>
              </a:rPr>
              <a:t>Insurance &amp; Risk Management</a:t>
            </a:r>
          </a:p>
          <a:p>
            <a:pPr algn="r">
              <a:spcAft>
                <a:spcPts val="129"/>
              </a:spcAft>
            </a:pPr>
            <a:r>
              <a:rPr lang="en-US" sz="1100" spc="32">
                <a:solidFill>
                  <a:schemeClr val="bg1"/>
                </a:solidFill>
                <a:latin typeface="Source Sans Pro Semibold" panose="020B0603030403020204" pitchFamily="34" charset="0"/>
              </a:rPr>
              <a:t>Distribution, Warehousing &amp; Logistics</a:t>
            </a:r>
          </a:p>
        </p:txBody>
      </p:sp>
    </p:spTree>
    <p:extLst>
      <p:ext uri="{BB962C8B-B14F-4D97-AF65-F5344CB8AC3E}">
        <p14:creationId xmlns:p14="http://schemas.microsoft.com/office/powerpoint/2010/main" val="3560290663"/>
      </p:ext>
    </p:extLst>
  </p:cSld>
  <p:clrMapOvr>
    <a:masterClrMapping/>
  </p:clrMapOvr>
</p:sld>
</file>

<file path=ppt/theme/theme1.xml><?xml version="1.0" encoding="utf-8"?>
<a:theme xmlns:a="http://schemas.openxmlformats.org/drawingml/2006/main" name="Cover Page">
  <a:themeElements>
    <a:clrScheme name="CCIG">
      <a:dk1>
        <a:srgbClr val="153243"/>
      </a:dk1>
      <a:lt1>
        <a:sysClr val="window" lastClr="FFFFFF"/>
      </a:lt1>
      <a:dk2>
        <a:srgbClr val="BFC7CB"/>
      </a:dk2>
      <a:lt2>
        <a:srgbClr val="BFC7CB"/>
      </a:lt2>
      <a:accent1>
        <a:srgbClr val="153243"/>
      </a:accent1>
      <a:accent2>
        <a:srgbClr val="8FB24E"/>
      </a:accent2>
      <a:accent3>
        <a:srgbClr val="366E8E"/>
      </a:accent3>
      <a:accent4>
        <a:srgbClr val="FFC666"/>
      </a:accent4>
      <a:accent5>
        <a:srgbClr val="366E8E"/>
      </a:accent5>
      <a:accent6>
        <a:srgbClr val="8FB24E"/>
      </a:accent6>
      <a:hlink>
        <a:srgbClr val="366E8E"/>
      </a:hlink>
      <a:folHlink>
        <a:srgbClr val="15324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CCIG Brand Standard">
      <a:dk1>
        <a:srgbClr val="153243"/>
      </a:dk1>
      <a:lt1>
        <a:srgbClr val="FFFFFF"/>
      </a:lt1>
      <a:dk2>
        <a:srgbClr val="153243"/>
      </a:dk2>
      <a:lt2>
        <a:srgbClr val="EDECED"/>
      </a:lt2>
      <a:accent1>
        <a:srgbClr val="153243"/>
      </a:accent1>
      <a:accent2>
        <a:srgbClr val="FFC666"/>
      </a:accent2>
      <a:accent3>
        <a:srgbClr val="BFC7CB"/>
      </a:accent3>
      <a:accent4>
        <a:srgbClr val="8FB24E"/>
      </a:accent4>
      <a:accent5>
        <a:srgbClr val="366E8E"/>
      </a:accent5>
      <a:accent6>
        <a:srgbClr val="153243"/>
      </a:accent6>
      <a:hlink>
        <a:srgbClr val="4472C4"/>
      </a:hlink>
      <a:folHlink>
        <a:srgbClr val="954F72"/>
      </a:folHlink>
    </a:clrScheme>
    <a:fontScheme name="Custom 1">
      <a:majorFont>
        <a:latin typeface="Playfair Display Bold italic"/>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CIG Base Deck.pptx" id="{FBFE563C-5AD1-4F29-BD9B-83F944D047C9}" vid="{CA48AC9A-C7B8-42F6-87FF-DF7ED8DBD141}"/>
    </a:ext>
  </a:extLst>
</a:theme>
</file>

<file path=ppt/theme/theme3.xml><?xml version="1.0" encoding="utf-8"?>
<a:theme xmlns:a="http://schemas.openxmlformats.org/drawingml/2006/main" name="Closing Slide">
  <a:themeElements>
    <a:clrScheme name="CCIG Pallet">
      <a:dk1>
        <a:srgbClr val="FFFFFF"/>
      </a:dk1>
      <a:lt1>
        <a:srgbClr val="153243"/>
      </a:lt1>
      <a:dk2>
        <a:srgbClr val="FFFFFF"/>
      </a:dk2>
      <a:lt2>
        <a:srgbClr val="153243"/>
      </a:lt2>
      <a:accent1>
        <a:srgbClr val="366E8E"/>
      </a:accent1>
      <a:accent2>
        <a:srgbClr val="EDECED"/>
      </a:accent2>
      <a:accent3>
        <a:srgbClr val="8FB24E"/>
      </a:accent3>
      <a:accent4>
        <a:srgbClr val="FFC666"/>
      </a:accent4>
      <a:accent5>
        <a:srgbClr val="BFC7CB"/>
      </a:accent5>
      <a:accent6>
        <a:srgbClr val="FFFFFF"/>
      </a:accent6>
      <a:hlink>
        <a:srgbClr val="FFFFFF"/>
      </a:hlink>
      <a:folHlink>
        <a:srgbClr val="FFFFFF"/>
      </a:folHlink>
    </a:clrScheme>
    <a:fontScheme name="CCIG Fonts">
      <a:majorFont>
        <a:latin typeface="Playfair Display"/>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CIG Base Deck.pptx" id="{FBFE563C-5AD1-4F29-BD9B-83F944D047C9}" vid="{F3C32F10-7A4E-4144-B167-622C6046974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CCIG Pallet">
      <a:dk1>
        <a:srgbClr val="FFFFFF"/>
      </a:dk1>
      <a:lt1>
        <a:srgbClr val="153243"/>
      </a:lt1>
      <a:dk2>
        <a:srgbClr val="FFFFFF"/>
      </a:dk2>
      <a:lt2>
        <a:srgbClr val="153243"/>
      </a:lt2>
      <a:accent1>
        <a:srgbClr val="366E8E"/>
      </a:accent1>
      <a:accent2>
        <a:srgbClr val="EDECED"/>
      </a:accent2>
      <a:accent3>
        <a:srgbClr val="8FB24E"/>
      </a:accent3>
      <a:accent4>
        <a:srgbClr val="FFC666"/>
      </a:accent4>
      <a:accent5>
        <a:srgbClr val="BFC7CB"/>
      </a:accent5>
      <a:accent6>
        <a:srgbClr val="FFFFFF"/>
      </a:accent6>
      <a:hlink>
        <a:srgbClr val="FFFFFF"/>
      </a:hlink>
      <a:folHlink>
        <a:srgbClr val="FFFFFF"/>
      </a:folHlink>
    </a:clrScheme>
    <a:fontScheme name="CCIG Fonts">
      <a:majorFont>
        <a:latin typeface="Playfair Display"/>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9725B309581840A0A100831E684272" ma:contentTypeVersion="20" ma:contentTypeDescription="Create a new document." ma:contentTypeScope="" ma:versionID="27caaa922bf644da1ac0edb9850b251b">
  <xsd:schema xmlns:xsd="http://www.w3.org/2001/XMLSchema" xmlns:xs="http://www.w3.org/2001/XMLSchema" xmlns:p="http://schemas.microsoft.com/office/2006/metadata/properties" xmlns:ns2="d14c050f-9054-4904-b6aa-0409f5b4e18f" xmlns:ns3="30d15d4e-f454-4b92-8875-408134dc12c6" targetNamespace="http://schemas.microsoft.com/office/2006/metadata/properties" ma:root="true" ma:fieldsID="09138be5e88f50bb9190cdd3e4074cd5" ns2:_="" ns3:_="">
    <xsd:import namespace="d14c050f-9054-4904-b6aa-0409f5b4e18f"/>
    <xsd:import namespace="30d15d4e-f454-4b92-8875-408134dc12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2:MediaServiceLocation" minOccurs="0"/>
                <xsd:element ref="ns2:MediaServiceObjectDetectorVersions"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4c050f-9054-4904-b6aa-0409f5b4e1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4f06319-ea36-4de0-a4ff-0b283733ffb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d15d4e-f454-4b92-8875-408134dc12c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0bd52f1-f66a-499f-9159-e87069d78626}" ma:internalName="TaxCatchAll" ma:showField="CatchAllData" ma:web="30d15d4e-f454-4b92-8875-408134dc12c6">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4c050f-9054-4904-b6aa-0409f5b4e18f">
      <Terms xmlns="http://schemas.microsoft.com/office/infopath/2007/PartnerControls"/>
    </lcf76f155ced4ddcb4097134ff3c332f>
    <TaxCatchAll xmlns="30d15d4e-f454-4b92-8875-408134dc12c6" xsi:nil="true"/>
  </documentManagement>
</p:properties>
</file>

<file path=customXml/itemProps1.xml><?xml version="1.0" encoding="utf-8"?>
<ds:datastoreItem xmlns:ds="http://schemas.openxmlformats.org/officeDocument/2006/customXml" ds:itemID="{586032D8-9968-4025-ABA2-11DFD0F05C49}">
  <ds:schemaRefs>
    <ds:schemaRef ds:uri="30d15d4e-f454-4b92-8875-408134dc12c6"/>
    <ds:schemaRef ds:uri="d14c050f-9054-4904-b6aa-0409f5b4e1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D3A9F4C-485E-4DEE-B28D-FB3CD0CA0FB3}">
  <ds:schemaRefs>
    <ds:schemaRef ds:uri="http://schemas.microsoft.com/sharepoint/v3/contenttype/forms"/>
  </ds:schemaRefs>
</ds:datastoreItem>
</file>

<file path=customXml/itemProps3.xml><?xml version="1.0" encoding="utf-8"?>
<ds:datastoreItem xmlns:ds="http://schemas.openxmlformats.org/officeDocument/2006/customXml" ds:itemID="{A4DD7C6B-12B1-490E-9843-264E7DD2573F}">
  <ds:schemaRefs>
    <ds:schemaRef ds:uri="30d15d4e-f454-4b92-8875-408134dc12c6"/>
    <ds:schemaRef ds:uri="d14c050f-9054-4904-b6aa-0409f5b4e18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3</Slides>
  <Notes>0</Notes>
  <HiddenSlides>0</HiddenSlide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Cover Page</vt:lpstr>
      <vt:lpstr>1_Office Theme</vt:lpstr>
      <vt:lpstr>Closing Slide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nick</dc:creator>
  <cp:revision>1</cp:revision>
  <dcterms:created xsi:type="dcterms:W3CDTF">2022-07-12T20:56:06Z</dcterms:created>
  <dcterms:modified xsi:type="dcterms:W3CDTF">2026-07-23T19:47:53Z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0x010100DC9725B309581840A0A100831E684272</vt:lpwstr>
  </property>
  <property fmtid="{D5CDD505-2E9C-101B-9397-08002B2CF9AE}" pid="3" name="MediaServiceImageTags">
    <vt:lpwstr/>
  </property>
</Properties>
</file>